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  <p:sldId id="270" r:id="rId15"/>
    <p:sldId id="271" r:id="rId16"/>
    <p:sldId id="272" r:id="rId17"/>
    <p:sldId id="269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1" r:id="rId30"/>
    <p:sldId id="285" r:id="rId3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3FF96-B727-A627-FDE9-27BF8C739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40C3191-04D9-9AB8-4BEC-AA8A1F29C0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788574-5C6A-E546-B2DF-514BCB381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A619-82A3-4B10-90ED-CBD30A394A16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08E5E7-6E7B-0E44-15A4-683261E4C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37FE5F-CD92-E2C1-4C55-8BCA6E4D5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BE5A-0580-4AA5-9326-AC0E95D81B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16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5A22AF-1389-A647-3B81-61554E9B2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769406-2FFA-EF6D-9E52-CF838C609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52295A-6F8E-66A0-214E-9675EF20C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A619-82A3-4B10-90ED-CBD30A394A16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F54088-45A5-AB70-4CEC-33FCC971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0FFEDA-7EF0-C057-33F4-1B72972D6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BE5A-0580-4AA5-9326-AC0E95D81B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7713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34955-48F9-A2D7-0164-BAD7FE7FC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EB20E2-AF38-D460-88C9-2BE511690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5F8510-0420-B0E6-7907-AD6F90B7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A619-82A3-4B10-90ED-CBD30A394A16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1002C2-5463-0888-B228-7EFF0D93A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DA471F-4C1F-3C6D-F9EE-4A1050D4D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BE5A-0580-4AA5-9326-AC0E95D81B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381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CBEA16-64C5-F222-5189-A9E8027E6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564C24-3F80-0F95-940F-9CDB69542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0A74E8-2E7D-CFEF-F024-1FFAD7ACE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90A817-7B58-45B7-DB47-585B5D5E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A619-82A3-4B10-90ED-CBD30A394A16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5A3960-4BC7-FBA0-3873-2AACB6309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72DE921-A47C-F883-26E6-EE5996DDB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BE5A-0580-4AA5-9326-AC0E95D81B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077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BC9F34-31D0-D960-0149-68FB158A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919F76-0FF7-18DD-B97E-657A1F703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66457F0-7646-F81C-E418-242384E9D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C76FED6-1161-6A15-AA71-93428F504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B67C59D-42C2-7D45-157F-197EC4855B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62849B8-9C27-19DC-9451-6FF132892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A619-82A3-4B10-90ED-CBD30A394A16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E324F98-7CA3-158D-054E-2CEAD75D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9A0F758-6F7E-CE63-B3DA-68E303CBB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BE5A-0580-4AA5-9326-AC0E95D81B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330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8EBA86-37F0-4E8D-D2B1-A411D5B8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552E286-DAD4-4CC2-6AEB-0273AAB2A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A619-82A3-4B10-90ED-CBD30A394A16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25675A7-BAF1-C80B-91E1-A7BCA2D74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1FEFA2D-3F3D-B020-E0A1-BFE809C60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BE5A-0580-4AA5-9326-AC0E95D81B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1966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648D50B-3C00-42F5-CBE9-959DB6EFC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A619-82A3-4B10-90ED-CBD30A394A16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219DA66-303A-CA52-875F-CBAA96B05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0CAA2A-DFD8-2D54-FDE7-05785725D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BE5A-0580-4AA5-9326-AC0E95D81B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4492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A41928-0DA7-6DEB-1074-D9BFECA8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39736C-B0C5-E310-F418-A3EF8A5F3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553F9F6-8A21-565B-7006-4F7DAF0E8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C3F7C1C-4534-5850-7BEA-CF244CD28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A619-82A3-4B10-90ED-CBD30A394A16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2A0AEC-BBD2-EA83-92E4-7BA9F1F22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785613B-4500-B35B-1E40-AF0E4D321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BE5A-0580-4AA5-9326-AC0E95D81B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880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0F3A0-FC0F-24E4-C9BA-C94FAF79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A0923F6-12A3-00C4-0223-56AE1FDC6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56FB651-8F6E-DE48-DC82-87C0F0A07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957F80-B83D-9044-395B-0BED6EFFF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A619-82A3-4B10-90ED-CBD30A394A16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5BAC055-CEA3-BCE8-14E8-0A3B1EE3B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B39AA4-2D2B-CCA7-990B-9750B0B15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BE5A-0580-4AA5-9326-AC0E95D81B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9367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C27F82-C051-7EDA-C5ED-D8BC1E76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0022DB9-8491-9086-C121-2387861A8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F228BA-BA02-8A65-DB42-C15BCB0A8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A619-82A3-4B10-90ED-CBD30A394A16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D11BD6-3700-E658-7DD1-06549AE7A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FE5B6D-98E6-0823-0402-4C9E2B7A0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BE5A-0580-4AA5-9326-AC0E95D81B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7118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61F14EC-7229-17F2-BDEF-3C35B505C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9E8A8E4-3B63-660A-941D-65DE0A49E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86A909-31B3-1742-1437-A3A6A8F4E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5A619-82A3-4B10-90ED-CBD30A394A16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0CAE16-7A8F-04A5-5323-D8D167D2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74CDBB-9331-8FC8-6C77-03ED317A7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BE5A-0580-4AA5-9326-AC0E95D81B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0149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538786E-AE73-A1E5-12B6-D494D2C8A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3CEE3E-9919-45B3-8638-79253F7B7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445104-6A7B-1947-E985-C888F4FFB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75A619-82A3-4B10-90ED-CBD30A394A16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1D1B03-B043-E522-5A47-FD2DF41DF7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5C3C21-F377-5D17-2252-FBD010A63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FBE5A-0580-4AA5-9326-AC0E95D81B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4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9.png"/><Relationship Id="rId7" Type="http://schemas.openxmlformats.org/officeDocument/2006/relationships/image" Target="../media/image27.png"/><Relationship Id="rId12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25.png"/><Relationship Id="rId10" Type="http://schemas.openxmlformats.org/officeDocument/2006/relationships/image" Target="../media/image33.png"/><Relationship Id="rId4" Type="http://schemas.openxmlformats.org/officeDocument/2006/relationships/image" Target="../media/image24.png"/><Relationship Id="rId9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7.png"/><Relationship Id="rId7" Type="http://schemas.openxmlformats.org/officeDocument/2006/relationships/image" Target="../media/image27.png"/><Relationship Id="rId12" Type="http://schemas.openxmlformats.org/officeDocument/2006/relationships/image" Target="../media/image4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3.png"/><Relationship Id="rId5" Type="http://schemas.openxmlformats.org/officeDocument/2006/relationships/image" Target="../media/image25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8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5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692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FCAAEA-6500-6F6B-D009-A92CF793B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A32A4A-0E9E-A23B-4F9B-999191835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EE058AB-9BF7-8B31-3638-FBFFF421B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3"/>
            <a:ext cx="12192000" cy="6728154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D4F3C7E8-D701-C15B-BCF0-45785EA01704}"/>
              </a:ext>
            </a:extLst>
          </p:cNvPr>
          <p:cNvSpPr/>
          <p:nvPr/>
        </p:nvSpPr>
        <p:spPr>
          <a:xfrm>
            <a:off x="1517904" y="2011680"/>
            <a:ext cx="4425696" cy="713232"/>
          </a:xfrm>
          <a:custGeom>
            <a:avLst/>
            <a:gdLst>
              <a:gd name="connsiteX0" fmla="*/ 0 w 4425696"/>
              <a:gd name="connsiteY0" fmla="*/ 118874 h 713232"/>
              <a:gd name="connsiteX1" fmla="*/ 118874 w 4425696"/>
              <a:gd name="connsiteY1" fmla="*/ 0 h 713232"/>
              <a:gd name="connsiteX2" fmla="*/ 717152 w 4425696"/>
              <a:gd name="connsiteY2" fmla="*/ 0 h 713232"/>
              <a:gd name="connsiteX3" fmla="*/ 1357310 w 4425696"/>
              <a:gd name="connsiteY3" fmla="*/ 0 h 713232"/>
              <a:gd name="connsiteX4" fmla="*/ 1955588 w 4425696"/>
              <a:gd name="connsiteY4" fmla="*/ 0 h 713232"/>
              <a:gd name="connsiteX5" fmla="*/ 2428228 w 4425696"/>
              <a:gd name="connsiteY5" fmla="*/ 0 h 713232"/>
              <a:gd name="connsiteX6" fmla="*/ 2942748 w 4425696"/>
              <a:gd name="connsiteY6" fmla="*/ 0 h 713232"/>
              <a:gd name="connsiteX7" fmla="*/ 3457267 w 4425696"/>
              <a:gd name="connsiteY7" fmla="*/ 0 h 713232"/>
              <a:gd name="connsiteX8" fmla="*/ 4306822 w 4425696"/>
              <a:gd name="connsiteY8" fmla="*/ 0 h 713232"/>
              <a:gd name="connsiteX9" fmla="*/ 4425696 w 4425696"/>
              <a:gd name="connsiteY9" fmla="*/ 118874 h 713232"/>
              <a:gd name="connsiteX10" fmla="*/ 4425696 w 4425696"/>
              <a:gd name="connsiteY10" fmla="*/ 594358 h 713232"/>
              <a:gd name="connsiteX11" fmla="*/ 4306822 w 4425696"/>
              <a:gd name="connsiteY11" fmla="*/ 713232 h 713232"/>
              <a:gd name="connsiteX12" fmla="*/ 3624785 w 4425696"/>
              <a:gd name="connsiteY12" fmla="*/ 713232 h 713232"/>
              <a:gd name="connsiteX13" fmla="*/ 3026506 w 4425696"/>
              <a:gd name="connsiteY13" fmla="*/ 713232 h 713232"/>
              <a:gd name="connsiteX14" fmla="*/ 2386349 w 4425696"/>
              <a:gd name="connsiteY14" fmla="*/ 713232 h 713232"/>
              <a:gd name="connsiteX15" fmla="*/ 1871829 w 4425696"/>
              <a:gd name="connsiteY15" fmla="*/ 713232 h 713232"/>
              <a:gd name="connsiteX16" fmla="*/ 1357310 w 4425696"/>
              <a:gd name="connsiteY16" fmla="*/ 713232 h 713232"/>
              <a:gd name="connsiteX17" fmla="*/ 884670 w 4425696"/>
              <a:gd name="connsiteY17" fmla="*/ 713232 h 713232"/>
              <a:gd name="connsiteX18" fmla="*/ 118874 w 4425696"/>
              <a:gd name="connsiteY18" fmla="*/ 713232 h 713232"/>
              <a:gd name="connsiteX19" fmla="*/ 0 w 4425696"/>
              <a:gd name="connsiteY19" fmla="*/ 594358 h 713232"/>
              <a:gd name="connsiteX20" fmla="*/ 0 w 4425696"/>
              <a:gd name="connsiteY20" fmla="*/ 118874 h 713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25696" h="713232" extrusionOk="0">
                <a:moveTo>
                  <a:pt x="0" y="118874"/>
                </a:moveTo>
                <a:cubicBezTo>
                  <a:pt x="18743" y="55381"/>
                  <a:pt x="67909" y="-13006"/>
                  <a:pt x="118874" y="0"/>
                </a:cubicBezTo>
                <a:cubicBezTo>
                  <a:pt x="309745" y="-10041"/>
                  <a:pt x="575149" y="20869"/>
                  <a:pt x="717152" y="0"/>
                </a:cubicBezTo>
                <a:cubicBezTo>
                  <a:pt x="859155" y="-20869"/>
                  <a:pt x="1141425" y="36889"/>
                  <a:pt x="1357310" y="0"/>
                </a:cubicBezTo>
                <a:cubicBezTo>
                  <a:pt x="1573195" y="-36889"/>
                  <a:pt x="1789038" y="35685"/>
                  <a:pt x="1955588" y="0"/>
                </a:cubicBezTo>
                <a:cubicBezTo>
                  <a:pt x="2122138" y="-35685"/>
                  <a:pt x="2234594" y="7984"/>
                  <a:pt x="2428228" y="0"/>
                </a:cubicBezTo>
                <a:cubicBezTo>
                  <a:pt x="2621862" y="-7984"/>
                  <a:pt x="2804734" y="9149"/>
                  <a:pt x="2942748" y="0"/>
                </a:cubicBezTo>
                <a:cubicBezTo>
                  <a:pt x="3080762" y="-9149"/>
                  <a:pt x="3310387" y="11545"/>
                  <a:pt x="3457267" y="0"/>
                </a:cubicBezTo>
                <a:cubicBezTo>
                  <a:pt x="3604147" y="-11545"/>
                  <a:pt x="4023138" y="66635"/>
                  <a:pt x="4306822" y="0"/>
                </a:cubicBezTo>
                <a:cubicBezTo>
                  <a:pt x="4357149" y="-3900"/>
                  <a:pt x="4418986" y="60356"/>
                  <a:pt x="4425696" y="118874"/>
                </a:cubicBezTo>
                <a:cubicBezTo>
                  <a:pt x="4472787" y="287932"/>
                  <a:pt x="4389284" y="428941"/>
                  <a:pt x="4425696" y="594358"/>
                </a:cubicBezTo>
                <a:cubicBezTo>
                  <a:pt x="4412976" y="648330"/>
                  <a:pt x="4384648" y="709800"/>
                  <a:pt x="4306822" y="713232"/>
                </a:cubicBezTo>
                <a:cubicBezTo>
                  <a:pt x="4130309" y="739579"/>
                  <a:pt x="3923897" y="687888"/>
                  <a:pt x="3624785" y="713232"/>
                </a:cubicBezTo>
                <a:cubicBezTo>
                  <a:pt x="3325673" y="738576"/>
                  <a:pt x="3286505" y="709928"/>
                  <a:pt x="3026506" y="713232"/>
                </a:cubicBezTo>
                <a:cubicBezTo>
                  <a:pt x="2766507" y="716536"/>
                  <a:pt x="2515095" y="699153"/>
                  <a:pt x="2386349" y="713232"/>
                </a:cubicBezTo>
                <a:cubicBezTo>
                  <a:pt x="2257603" y="727311"/>
                  <a:pt x="2050969" y="666865"/>
                  <a:pt x="1871829" y="713232"/>
                </a:cubicBezTo>
                <a:cubicBezTo>
                  <a:pt x="1692689" y="759599"/>
                  <a:pt x="1592747" y="684107"/>
                  <a:pt x="1357310" y="713232"/>
                </a:cubicBezTo>
                <a:cubicBezTo>
                  <a:pt x="1121873" y="742357"/>
                  <a:pt x="983768" y="662633"/>
                  <a:pt x="884670" y="713232"/>
                </a:cubicBezTo>
                <a:cubicBezTo>
                  <a:pt x="785572" y="763831"/>
                  <a:pt x="371874" y="694515"/>
                  <a:pt x="118874" y="713232"/>
                </a:cubicBezTo>
                <a:cubicBezTo>
                  <a:pt x="34428" y="714186"/>
                  <a:pt x="341" y="656835"/>
                  <a:pt x="0" y="594358"/>
                </a:cubicBezTo>
                <a:cubicBezTo>
                  <a:pt x="-14876" y="407292"/>
                  <a:pt x="20837" y="229679"/>
                  <a:pt x="0" y="118874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8AA4C9A-9E19-F7A7-2046-74180CDDBA74}"/>
              </a:ext>
            </a:extLst>
          </p:cNvPr>
          <p:cNvSpPr txBox="1"/>
          <p:nvPr/>
        </p:nvSpPr>
        <p:spPr>
          <a:xfrm>
            <a:off x="7626858" y="2459645"/>
            <a:ext cx="3510534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https://globalwindatlas.info/en/</a:t>
            </a:r>
          </a:p>
        </p:txBody>
      </p:sp>
    </p:spTree>
    <p:extLst>
      <p:ext uri="{BB962C8B-B14F-4D97-AF65-F5344CB8AC3E}">
        <p14:creationId xmlns:p14="http://schemas.microsoft.com/office/powerpoint/2010/main" val="2899131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0F9CB60-2DB2-7479-1096-D972C5420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07B8840-28BA-1583-3F6B-0A407D8F682B}"/>
              </a:ext>
            </a:extLst>
          </p:cNvPr>
          <p:cNvSpPr/>
          <p:nvPr/>
        </p:nvSpPr>
        <p:spPr>
          <a:xfrm>
            <a:off x="6096000" y="4379976"/>
            <a:ext cx="1210056" cy="356616"/>
          </a:xfrm>
          <a:custGeom>
            <a:avLst/>
            <a:gdLst>
              <a:gd name="connsiteX0" fmla="*/ 0 w 1210056"/>
              <a:gd name="connsiteY0" fmla="*/ 59437 h 356616"/>
              <a:gd name="connsiteX1" fmla="*/ 59437 w 1210056"/>
              <a:gd name="connsiteY1" fmla="*/ 0 h 356616"/>
              <a:gd name="connsiteX2" fmla="*/ 605028 w 1210056"/>
              <a:gd name="connsiteY2" fmla="*/ 0 h 356616"/>
              <a:gd name="connsiteX3" fmla="*/ 1150619 w 1210056"/>
              <a:gd name="connsiteY3" fmla="*/ 0 h 356616"/>
              <a:gd name="connsiteX4" fmla="*/ 1210056 w 1210056"/>
              <a:gd name="connsiteY4" fmla="*/ 59437 h 356616"/>
              <a:gd name="connsiteX5" fmla="*/ 1210056 w 1210056"/>
              <a:gd name="connsiteY5" fmla="*/ 297179 h 356616"/>
              <a:gd name="connsiteX6" fmla="*/ 1150619 w 1210056"/>
              <a:gd name="connsiteY6" fmla="*/ 356616 h 356616"/>
              <a:gd name="connsiteX7" fmla="*/ 605028 w 1210056"/>
              <a:gd name="connsiteY7" fmla="*/ 356616 h 356616"/>
              <a:gd name="connsiteX8" fmla="*/ 59437 w 1210056"/>
              <a:gd name="connsiteY8" fmla="*/ 356616 h 356616"/>
              <a:gd name="connsiteX9" fmla="*/ 0 w 1210056"/>
              <a:gd name="connsiteY9" fmla="*/ 297179 h 356616"/>
              <a:gd name="connsiteX10" fmla="*/ 0 w 1210056"/>
              <a:gd name="connsiteY10" fmla="*/ 59437 h 356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0056" h="356616" extrusionOk="0">
                <a:moveTo>
                  <a:pt x="0" y="59437"/>
                </a:moveTo>
                <a:cubicBezTo>
                  <a:pt x="4677" y="27150"/>
                  <a:pt x="27687" y="-953"/>
                  <a:pt x="59437" y="0"/>
                </a:cubicBezTo>
                <a:cubicBezTo>
                  <a:pt x="305978" y="-373"/>
                  <a:pt x="420548" y="21760"/>
                  <a:pt x="605028" y="0"/>
                </a:cubicBezTo>
                <a:cubicBezTo>
                  <a:pt x="789508" y="-21760"/>
                  <a:pt x="880580" y="16401"/>
                  <a:pt x="1150619" y="0"/>
                </a:cubicBezTo>
                <a:cubicBezTo>
                  <a:pt x="1181872" y="-6583"/>
                  <a:pt x="1211399" y="35114"/>
                  <a:pt x="1210056" y="59437"/>
                </a:cubicBezTo>
                <a:cubicBezTo>
                  <a:pt x="1213460" y="143139"/>
                  <a:pt x="1182812" y="212637"/>
                  <a:pt x="1210056" y="297179"/>
                </a:cubicBezTo>
                <a:cubicBezTo>
                  <a:pt x="1210823" y="329009"/>
                  <a:pt x="1181131" y="357996"/>
                  <a:pt x="1150619" y="356616"/>
                </a:cubicBezTo>
                <a:cubicBezTo>
                  <a:pt x="1007870" y="403314"/>
                  <a:pt x="841997" y="316090"/>
                  <a:pt x="605028" y="356616"/>
                </a:cubicBezTo>
                <a:cubicBezTo>
                  <a:pt x="368059" y="397142"/>
                  <a:pt x="217957" y="326779"/>
                  <a:pt x="59437" y="356616"/>
                </a:cubicBezTo>
                <a:cubicBezTo>
                  <a:pt x="24610" y="356440"/>
                  <a:pt x="-2226" y="335891"/>
                  <a:pt x="0" y="297179"/>
                </a:cubicBezTo>
                <a:cubicBezTo>
                  <a:pt x="-22944" y="226366"/>
                  <a:pt x="2166" y="143807"/>
                  <a:pt x="0" y="59437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8663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5A07A-2B5F-7A9E-AF11-DD7886C16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3C3D0FA-7482-169D-8069-7435BF70C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93"/>
            <a:ext cx="12192000" cy="6697014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8D4379A-CAC7-D64E-B5F4-98E1A546AD49}"/>
              </a:ext>
            </a:extLst>
          </p:cNvPr>
          <p:cNvSpPr/>
          <p:nvPr/>
        </p:nvSpPr>
        <p:spPr>
          <a:xfrm>
            <a:off x="6105144" y="4553712"/>
            <a:ext cx="597408" cy="237744"/>
          </a:xfrm>
          <a:custGeom>
            <a:avLst/>
            <a:gdLst>
              <a:gd name="connsiteX0" fmla="*/ 0 w 597408"/>
              <a:gd name="connsiteY0" fmla="*/ 39625 h 237744"/>
              <a:gd name="connsiteX1" fmla="*/ 39625 w 597408"/>
              <a:gd name="connsiteY1" fmla="*/ 0 h 237744"/>
              <a:gd name="connsiteX2" fmla="*/ 557783 w 597408"/>
              <a:gd name="connsiteY2" fmla="*/ 0 h 237744"/>
              <a:gd name="connsiteX3" fmla="*/ 597408 w 597408"/>
              <a:gd name="connsiteY3" fmla="*/ 39625 h 237744"/>
              <a:gd name="connsiteX4" fmla="*/ 597408 w 597408"/>
              <a:gd name="connsiteY4" fmla="*/ 198119 h 237744"/>
              <a:gd name="connsiteX5" fmla="*/ 557783 w 597408"/>
              <a:gd name="connsiteY5" fmla="*/ 237744 h 237744"/>
              <a:gd name="connsiteX6" fmla="*/ 39625 w 597408"/>
              <a:gd name="connsiteY6" fmla="*/ 237744 h 237744"/>
              <a:gd name="connsiteX7" fmla="*/ 0 w 597408"/>
              <a:gd name="connsiteY7" fmla="*/ 198119 h 237744"/>
              <a:gd name="connsiteX8" fmla="*/ 0 w 597408"/>
              <a:gd name="connsiteY8" fmla="*/ 39625 h 237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408" h="237744" extrusionOk="0">
                <a:moveTo>
                  <a:pt x="0" y="39625"/>
                </a:moveTo>
                <a:cubicBezTo>
                  <a:pt x="3200" y="18110"/>
                  <a:pt x="19276" y="-1359"/>
                  <a:pt x="39625" y="0"/>
                </a:cubicBezTo>
                <a:cubicBezTo>
                  <a:pt x="207586" y="-56559"/>
                  <a:pt x="337868" y="40882"/>
                  <a:pt x="557783" y="0"/>
                </a:cubicBezTo>
                <a:cubicBezTo>
                  <a:pt x="579836" y="-3568"/>
                  <a:pt x="598066" y="17321"/>
                  <a:pt x="597408" y="39625"/>
                </a:cubicBezTo>
                <a:cubicBezTo>
                  <a:pt x="611050" y="87011"/>
                  <a:pt x="589482" y="158801"/>
                  <a:pt x="597408" y="198119"/>
                </a:cubicBezTo>
                <a:cubicBezTo>
                  <a:pt x="595188" y="216847"/>
                  <a:pt x="579164" y="236424"/>
                  <a:pt x="557783" y="237744"/>
                </a:cubicBezTo>
                <a:cubicBezTo>
                  <a:pt x="403750" y="295181"/>
                  <a:pt x="238983" y="229047"/>
                  <a:pt x="39625" y="237744"/>
                </a:cubicBezTo>
                <a:cubicBezTo>
                  <a:pt x="11575" y="236175"/>
                  <a:pt x="-2528" y="222691"/>
                  <a:pt x="0" y="198119"/>
                </a:cubicBezTo>
                <a:cubicBezTo>
                  <a:pt x="-10078" y="143034"/>
                  <a:pt x="10221" y="103954"/>
                  <a:pt x="0" y="39625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0A4657E-2B56-B2BB-9EC2-04FC7CBEBF3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</a:blip>
          <a:stretch>
            <a:fillRect/>
          </a:stretch>
        </p:blipFill>
        <p:spPr>
          <a:xfrm>
            <a:off x="6702552" y="4553712"/>
            <a:ext cx="420624" cy="30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328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2E9F7-5412-33A4-ACF9-635B9C673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4FEF705-9BFF-F20B-007A-380B16331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93"/>
            <a:ext cx="12192000" cy="6697014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2FCCA91-2E2C-B8CD-4389-2778FC09C2C1}"/>
              </a:ext>
            </a:extLst>
          </p:cNvPr>
          <p:cNvSpPr/>
          <p:nvPr/>
        </p:nvSpPr>
        <p:spPr>
          <a:xfrm>
            <a:off x="8997696" y="5850642"/>
            <a:ext cx="1042416" cy="303270"/>
          </a:xfrm>
          <a:custGeom>
            <a:avLst/>
            <a:gdLst>
              <a:gd name="connsiteX0" fmla="*/ 0 w 1042416"/>
              <a:gd name="connsiteY0" fmla="*/ 50546 h 303270"/>
              <a:gd name="connsiteX1" fmla="*/ 50546 w 1042416"/>
              <a:gd name="connsiteY1" fmla="*/ 0 h 303270"/>
              <a:gd name="connsiteX2" fmla="*/ 521208 w 1042416"/>
              <a:gd name="connsiteY2" fmla="*/ 0 h 303270"/>
              <a:gd name="connsiteX3" fmla="*/ 991870 w 1042416"/>
              <a:gd name="connsiteY3" fmla="*/ 0 h 303270"/>
              <a:gd name="connsiteX4" fmla="*/ 1042416 w 1042416"/>
              <a:gd name="connsiteY4" fmla="*/ 50546 h 303270"/>
              <a:gd name="connsiteX5" fmla="*/ 1042416 w 1042416"/>
              <a:gd name="connsiteY5" fmla="*/ 252724 h 303270"/>
              <a:gd name="connsiteX6" fmla="*/ 991870 w 1042416"/>
              <a:gd name="connsiteY6" fmla="*/ 303270 h 303270"/>
              <a:gd name="connsiteX7" fmla="*/ 521208 w 1042416"/>
              <a:gd name="connsiteY7" fmla="*/ 303270 h 303270"/>
              <a:gd name="connsiteX8" fmla="*/ 50546 w 1042416"/>
              <a:gd name="connsiteY8" fmla="*/ 303270 h 303270"/>
              <a:gd name="connsiteX9" fmla="*/ 0 w 1042416"/>
              <a:gd name="connsiteY9" fmla="*/ 252724 h 303270"/>
              <a:gd name="connsiteX10" fmla="*/ 0 w 1042416"/>
              <a:gd name="connsiteY10" fmla="*/ 50546 h 303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42416" h="303270" extrusionOk="0">
                <a:moveTo>
                  <a:pt x="0" y="50546"/>
                </a:moveTo>
                <a:cubicBezTo>
                  <a:pt x="7844" y="23533"/>
                  <a:pt x="24008" y="-1221"/>
                  <a:pt x="50546" y="0"/>
                </a:cubicBezTo>
                <a:cubicBezTo>
                  <a:pt x="153489" y="-1308"/>
                  <a:pt x="371590" y="40475"/>
                  <a:pt x="521208" y="0"/>
                </a:cubicBezTo>
                <a:cubicBezTo>
                  <a:pt x="670826" y="-40475"/>
                  <a:pt x="891362" y="16610"/>
                  <a:pt x="991870" y="0"/>
                </a:cubicBezTo>
                <a:cubicBezTo>
                  <a:pt x="1019581" y="-857"/>
                  <a:pt x="1043041" y="26586"/>
                  <a:pt x="1042416" y="50546"/>
                </a:cubicBezTo>
                <a:cubicBezTo>
                  <a:pt x="1043859" y="101808"/>
                  <a:pt x="1022718" y="196380"/>
                  <a:pt x="1042416" y="252724"/>
                </a:cubicBezTo>
                <a:cubicBezTo>
                  <a:pt x="1043994" y="278591"/>
                  <a:pt x="1014489" y="306429"/>
                  <a:pt x="991870" y="303270"/>
                </a:cubicBezTo>
                <a:cubicBezTo>
                  <a:pt x="778649" y="323650"/>
                  <a:pt x="665855" y="278498"/>
                  <a:pt x="521208" y="303270"/>
                </a:cubicBezTo>
                <a:cubicBezTo>
                  <a:pt x="376561" y="328042"/>
                  <a:pt x="255298" y="292134"/>
                  <a:pt x="50546" y="303270"/>
                </a:cubicBezTo>
                <a:cubicBezTo>
                  <a:pt x="20646" y="303096"/>
                  <a:pt x="-1669" y="285053"/>
                  <a:pt x="0" y="252724"/>
                </a:cubicBezTo>
                <a:cubicBezTo>
                  <a:pt x="-22908" y="207266"/>
                  <a:pt x="11882" y="144694"/>
                  <a:pt x="0" y="50546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12DA6F3-AFD0-378F-8748-70A27BBE5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2738707"/>
            <a:ext cx="4021874" cy="289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01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F48F9-51EB-629B-2F03-E35D5A18A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4420CA8-C47B-4E2E-B1A8-6F453395B3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0" y="80493"/>
            <a:ext cx="12192000" cy="6697014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1DE6D29-91C1-AB16-EFD2-1F15EBDA654C}"/>
              </a:ext>
            </a:extLst>
          </p:cNvPr>
          <p:cNvSpPr/>
          <p:nvPr/>
        </p:nvSpPr>
        <p:spPr>
          <a:xfrm>
            <a:off x="8997696" y="5850642"/>
            <a:ext cx="1042416" cy="303270"/>
          </a:xfrm>
          <a:custGeom>
            <a:avLst/>
            <a:gdLst>
              <a:gd name="connsiteX0" fmla="*/ 0 w 1042416"/>
              <a:gd name="connsiteY0" fmla="*/ 50546 h 303270"/>
              <a:gd name="connsiteX1" fmla="*/ 50546 w 1042416"/>
              <a:gd name="connsiteY1" fmla="*/ 0 h 303270"/>
              <a:gd name="connsiteX2" fmla="*/ 521208 w 1042416"/>
              <a:gd name="connsiteY2" fmla="*/ 0 h 303270"/>
              <a:gd name="connsiteX3" fmla="*/ 991870 w 1042416"/>
              <a:gd name="connsiteY3" fmla="*/ 0 h 303270"/>
              <a:gd name="connsiteX4" fmla="*/ 1042416 w 1042416"/>
              <a:gd name="connsiteY4" fmla="*/ 50546 h 303270"/>
              <a:gd name="connsiteX5" fmla="*/ 1042416 w 1042416"/>
              <a:gd name="connsiteY5" fmla="*/ 252724 h 303270"/>
              <a:gd name="connsiteX6" fmla="*/ 991870 w 1042416"/>
              <a:gd name="connsiteY6" fmla="*/ 303270 h 303270"/>
              <a:gd name="connsiteX7" fmla="*/ 521208 w 1042416"/>
              <a:gd name="connsiteY7" fmla="*/ 303270 h 303270"/>
              <a:gd name="connsiteX8" fmla="*/ 50546 w 1042416"/>
              <a:gd name="connsiteY8" fmla="*/ 303270 h 303270"/>
              <a:gd name="connsiteX9" fmla="*/ 0 w 1042416"/>
              <a:gd name="connsiteY9" fmla="*/ 252724 h 303270"/>
              <a:gd name="connsiteX10" fmla="*/ 0 w 1042416"/>
              <a:gd name="connsiteY10" fmla="*/ 50546 h 303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42416" h="303270" extrusionOk="0">
                <a:moveTo>
                  <a:pt x="0" y="50546"/>
                </a:moveTo>
                <a:cubicBezTo>
                  <a:pt x="7844" y="23533"/>
                  <a:pt x="24008" y="-1221"/>
                  <a:pt x="50546" y="0"/>
                </a:cubicBezTo>
                <a:cubicBezTo>
                  <a:pt x="153489" y="-1308"/>
                  <a:pt x="371590" y="40475"/>
                  <a:pt x="521208" y="0"/>
                </a:cubicBezTo>
                <a:cubicBezTo>
                  <a:pt x="670826" y="-40475"/>
                  <a:pt x="891362" y="16610"/>
                  <a:pt x="991870" y="0"/>
                </a:cubicBezTo>
                <a:cubicBezTo>
                  <a:pt x="1019581" y="-857"/>
                  <a:pt x="1043041" y="26586"/>
                  <a:pt x="1042416" y="50546"/>
                </a:cubicBezTo>
                <a:cubicBezTo>
                  <a:pt x="1043859" y="101808"/>
                  <a:pt x="1022718" y="196380"/>
                  <a:pt x="1042416" y="252724"/>
                </a:cubicBezTo>
                <a:cubicBezTo>
                  <a:pt x="1043994" y="278591"/>
                  <a:pt x="1014489" y="306429"/>
                  <a:pt x="991870" y="303270"/>
                </a:cubicBezTo>
                <a:cubicBezTo>
                  <a:pt x="778649" y="323650"/>
                  <a:pt x="665855" y="278498"/>
                  <a:pt x="521208" y="303270"/>
                </a:cubicBezTo>
                <a:cubicBezTo>
                  <a:pt x="376561" y="328042"/>
                  <a:pt x="255298" y="292134"/>
                  <a:pt x="50546" y="303270"/>
                </a:cubicBezTo>
                <a:cubicBezTo>
                  <a:pt x="20646" y="303096"/>
                  <a:pt x="-1669" y="285053"/>
                  <a:pt x="0" y="252724"/>
                </a:cubicBezTo>
                <a:cubicBezTo>
                  <a:pt x="-22908" y="207266"/>
                  <a:pt x="11882" y="144694"/>
                  <a:pt x="0" y="50546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BBFDBB3-5B1D-EAD5-FCF0-69AD8A22549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>
            <a:off x="7214616" y="2738707"/>
            <a:ext cx="4021874" cy="289830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83B627D-D66B-2544-E5D4-7E4084158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3134593"/>
            <a:ext cx="6102245" cy="58881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91588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70097FA-8006-5180-BC97-D60380DD4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02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D302C-0AA2-67D7-469A-2C37AE78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C5A42B9-8959-20BB-87BC-F98FBA401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8"/>
            <a:ext cx="12192000" cy="6850804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6D50B03-97A6-C129-75A7-4D4619A3F519}"/>
              </a:ext>
            </a:extLst>
          </p:cNvPr>
          <p:cNvSpPr/>
          <p:nvPr/>
        </p:nvSpPr>
        <p:spPr>
          <a:xfrm>
            <a:off x="3393440" y="425202"/>
            <a:ext cx="692912" cy="235198"/>
          </a:xfrm>
          <a:custGeom>
            <a:avLst/>
            <a:gdLst>
              <a:gd name="connsiteX0" fmla="*/ 0 w 692912"/>
              <a:gd name="connsiteY0" fmla="*/ 39200 h 235198"/>
              <a:gd name="connsiteX1" fmla="*/ 39200 w 692912"/>
              <a:gd name="connsiteY1" fmla="*/ 0 h 235198"/>
              <a:gd name="connsiteX2" fmla="*/ 346456 w 692912"/>
              <a:gd name="connsiteY2" fmla="*/ 0 h 235198"/>
              <a:gd name="connsiteX3" fmla="*/ 653712 w 692912"/>
              <a:gd name="connsiteY3" fmla="*/ 0 h 235198"/>
              <a:gd name="connsiteX4" fmla="*/ 692912 w 692912"/>
              <a:gd name="connsiteY4" fmla="*/ 39200 h 235198"/>
              <a:gd name="connsiteX5" fmla="*/ 692912 w 692912"/>
              <a:gd name="connsiteY5" fmla="*/ 195998 h 235198"/>
              <a:gd name="connsiteX6" fmla="*/ 653712 w 692912"/>
              <a:gd name="connsiteY6" fmla="*/ 235198 h 235198"/>
              <a:gd name="connsiteX7" fmla="*/ 346456 w 692912"/>
              <a:gd name="connsiteY7" fmla="*/ 235198 h 235198"/>
              <a:gd name="connsiteX8" fmla="*/ 39200 w 692912"/>
              <a:gd name="connsiteY8" fmla="*/ 235198 h 235198"/>
              <a:gd name="connsiteX9" fmla="*/ 0 w 692912"/>
              <a:gd name="connsiteY9" fmla="*/ 195998 h 235198"/>
              <a:gd name="connsiteX10" fmla="*/ 0 w 692912"/>
              <a:gd name="connsiteY10" fmla="*/ 39200 h 235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2912" h="235198" extrusionOk="0">
                <a:moveTo>
                  <a:pt x="0" y="39200"/>
                </a:moveTo>
                <a:cubicBezTo>
                  <a:pt x="488" y="17606"/>
                  <a:pt x="18952" y="-1242"/>
                  <a:pt x="39200" y="0"/>
                </a:cubicBezTo>
                <a:cubicBezTo>
                  <a:pt x="137298" y="-8593"/>
                  <a:pt x="250517" y="28887"/>
                  <a:pt x="346456" y="0"/>
                </a:cubicBezTo>
                <a:cubicBezTo>
                  <a:pt x="442395" y="-28887"/>
                  <a:pt x="534273" y="32702"/>
                  <a:pt x="653712" y="0"/>
                </a:cubicBezTo>
                <a:cubicBezTo>
                  <a:pt x="674167" y="-5001"/>
                  <a:pt x="693311" y="20077"/>
                  <a:pt x="692912" y="39200"/>
                </a:cubicBezTo>
                <a:cubicBezTo>
                  <a:pt x="701682" y="108098"/>
                  <a:pt x="688281" y="140982"/>
                  <a:pt x="692912" y="195998"/>
                </a:cubicBezTo>
                <a:cubicBezTo>
                  <a:pt x="694001" y="216233"/>
                  <a:pt x="671634" y="237421"/>
                  <a:pt x="653712" y="235198"/>
                </a:cubicBezTo>
                <a:cubicBezTo>
                  <a:pt x="577110" y="239914"/>
                  <a:pt x="439466" y="228075"/>
                  <a:pt x="346456" y="235198"/>
                </a:cubicBezTo>
                <a:cubicBezTo>
                  <a:pt x="253446" y="242321"/>
                  <a:pt x="139168" y="215760"/>
                  <a:pt x="39200" y="235198"/>
                </a:cubicBezTo>
                <a:cubicBezTo>
                  <a:pt x="13353" y="234830"/>
                  <a:pt x="-1583" y="221833"/>
                  <a:pt x="0" y="195998"/>
                </a:cubicBezTo>
                <a:cubicBezTo>
                  <a:pt x="-7959" y="141816"/>
                  <a:pt x="15640" y="97772"/>
                  <a:pt x="0" y="3920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B01541D-EE7A-711D-5249-51F6153C68C3}"/>
              </a:ext>
            </a:extLst>
          </p:cNvPr>
          <p:cNvSpPr/>
          <p:nvPr/>
        </p:nvSpPr>
        <p:spPr>
          <a:xfrm>
            <a:off x="9144000" y="542801"/>
            <a:ext cx="489712" cy="680720"/>
          </a:xfrm>
          <a:custGeom>
            <a:avLst/>
            <a:gdLst>
              <a:gd name="connsiteX0" fmla="*/ 0 w 489712"/>
              <a:gd name="connsiteY0" fmla="*/ 81620 h 680720"/>
              <a:gd name="connsiteX1" fmla="*/ 81620 w 489712"/>
              <a:gd name="connsiteY1" fmla="*/ 0 h 680720"/>
              <a:gd name="connsiteX2" fmla="*/ 408092 w 489712"/>
              <a:gd name="connsiteY2" fmla="*/ 0 h 680720"/>
              <a:gd name="connsiteX3" fmla="*/ 489712 w 489712"/>
              <a:gd name="connsiteY3" fmla="*/ 81620 h 680720"/>
              <a:gd name="connsiteX4" fmla="*/ 489712 w 489712"/>
              <a:gd name="connsiteY4" fmla="*/ 599100 h 680720"/>
              <a:gd name="connsiteX5" fmla="*/ 408092 w 489712"/>
              <a:gd name="connsiteY5" fmla="*/ 680720 h 680720"/>
              <a:gd name="connsiteX6" fmla="*/ 81620 w 489712"/>
              <a:gd name="connsiteY6" fmla="*/ 680720 h 680720"/>
              <a:gd name="connsiteX7" fmla="*/ 0 w 489712"/>
              <a:gd name="connsiteY7" fmla="*/ 599100 h 680720"/>
              <a:gd name="connsiteX8" fmla="*/ 0 w 489712"/>
              <a:gd name="connsiteY8" fmla="*/ 81620 h 680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9712" h="680720" extrusionOk="0">
                <a:moveTo>
                  <a:pt x="0" y="81620"/>
                </a:moveTo>
                <a:cubicBezTo>
                  <a:pt x="13385" y="38085"/>
                  <a:pt x="43880" y="-6497"/>
                  <a:pt x="81620" y="0"/>
                </a:cubicBezTo>
                <a:cubicBezTo>
                  <a:pt x="199438" y="-29630"/>
                  <a:pt x="323350" y="24678"/>
                  <a:pt x="408092" y="0"/>
                </a:cubicBezTo>
                <a:cubicBezTo>
                  <a:pt x="453676" y="-10705"/>
                  <a:pt x="497115" y="31819"/>
                  <a:pt x="489712" y="81620"/>
                </a:cubicBezTo>
                <a:cubicBezTo>
                  <a:pt x="522034" y="205701"/>
                  <a:pt x="474725" y="382566"/>
                  <a:pt x="489712" y="599100"/>
                </a:cubicBezTo>
                <a:cubicBezTo>
                  <a:pt x="484782" y="637169"/>
                  <a:pt x="450826" y="674574"/>
                  <a:pt x="408092" y="680720"/>
                </a:cubicBezTo>
                <a:cubicBezTo>
                  <a:pt x="311105" y="712338"/>
                  <a:pt x="235034" y="651899"/>
                  <a:pt x="81620" y="680720"/>
                </a:cubicBezTo>
                <a:cubicBezTo>
                  <a:pt x="33704" y="679997"/>
                  <a:pt x="-3248" y="647631"/>
                  <a:pt x="0" y="599100"/>
                </a:cubicBezTo>
                <a:cubicBezTo>
                  <a:pt x="-21207" y="479775"/>
                  <a:pt x="23493" y="331291"/>
                  <a:pt x="0" y="8162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82EA7DC-60DF-077C-D6BA-98C04347D50B}"/>
              </a:ext>
            </a:extLst>
          </p:cNvPr>
          <p:cNvSpPr/>
          <p:nvPr/>
        </p:nvSpPr>
        <p:spPr>
          <a:xfrm>
            <a:off x="4930140" y="2834640"/>
            <a:ext cx="548640" cy="157480"/>
          </a:xfrm>
          <a:custGeom>
            <a:avLst/>
            <a:gdLst>
              <a:gd name="connsiteX0" fmla="*/ 0 w 548640"/>
              <a:gd name="connsiteY0" fmla="*/ 26247 h 157480"/>
              <a:gd name="connsiteX1" fmla="*/ 26247 w 548640"/>
              <a:gd name="connsiteY1" fmla="*/ 0 h 157480"/>
              <a:gd name="connsiteX2" fmla="*/ 522393 w 548640"/>
              <a:gd name="connsiteY2" fmla="*/ 0 h 157480"/>
              <a:gd name="connsiteX3" fmla="*/ 548640 w 548640"/>
              <a:gd name="connsiteY3" fmla="*/ 26247 h 157480"/>
              <a:gd name="connsiteX4" fmla="*/ 548640 w 548640"/>
              <a:gd name="connsiteY4" fmla="*/ 131233 h 157480"/>
              <a:gd name="connsiteX5" fmla="*/ 522393 w 548640"/>
              <a:gd name="connsiteY5" fmla="*/ 157480 h 157480"/>
              <a:gd name="connsiteX6" fmla="*/ 26247 w 548640"/>
              <a:gd name="connsiteY6" fmla="*/ 157480 h 157480"/>
              <a:gd name="connsiteX7" fmla="*/ 0 w 548640"/>
              <a:gd name="connsiteY7" fmla="*/ 131233 h 157480"/>
              <a:gd name="connsiteX8" fmla="*/ 0 w 548640"/>
              <a:gd name="connsiteY8" fmla="*/ 26247 h 157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8640" h="157480" extrusionOk="0">
                <a:moveTo>
                  <a:pt x="0" y="26247"/>
                </a:moveTo>
                <a:cubicBezTo>
                  <a:pt x="1205" y="11890"/>
                  <a:pt x="13534" y="-1579"/>
                  <a:pt x="26247" y="0"/>
                </a:cubicBezTo>
                <a:cubicBezTo>
                  <a:pt x="245121" y="-17107"/>
                  <a:pt x="370578" y="391"/>
                  <a:pt x="522393" y="0"/>
                </a:cubicBezTo>
                <a:cubicBezTo>
                  <a:pt x="536926" y="-790"/>
                  <a:pt x="549878" y="10961"/>
                  <a:pt x="548640" y="26247"/>
                </a:cubicBezTo>
                <a:cubicBezTo>
                  <a:pt x="549509" y="51663"/>
                  <a:pt x="546930" y="80634"/>
                  <a:pt x="548640" y="131233"/>
                </a:cubicBezTo>
                <a:cubicBezTo>
                  <a:pt x="548129" y="145003"/>
                  <a:pt x="535412" y="153606"/>
                  <a:pt x="522393" y="157480"/>
                </a:cubicBezTo>
                <a:cubicBezTo>
                  <a:pt x="410671" y="193058"/>
                  <a:pt x="265639" y="140262"/>
                  <a:pt x="26247" y="157480"/>
                </a:cubicBezTo>
                <a:cubicBezTo>
                  <a:pt x="9237" y="156840"/>
                  <a:pt x="-1899" y="147748"/>
                  <a:pt x="0" y="131233"/>
                </a:cubicBezTo>
                <a:cubicBezTo>
                  <a:pt x="-3082" y="100012"/>
                  <a:pt x="1342" y="67473"/>
                  <a:pt x="0" y="26247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0C34D00-B8A1-609B-0221-1433DE808CE6}"/>
              </a:ext>
            </a:extLst>
          </p:cNvPr>
          <p:cNvSpPr/>
          <p:nvPr/>
        </p:nvSpPr>
        <p:spPr>
          <a:xfrm>
            <a:off x="7932420" y="5074920"/>
            <a:ext cx="548640" cy="157480"/>
          </a:xfrm>
          <a:custGeom>
            <a:avLst/>
            <a:gdLst>
              <a:gd name="connsiteX0" fmla="*/ 0 w 548640"/>
              <a:gd name="connsiteY0" fmla="*/ 26247 h 157480"/>
              <a:gd name="connsiteX1" fmla="*/ 26247 w 548640"/>
              <a:gd name="connsiteY1" fmla="*/ 0 h 157480"/>
              <a:gd name="connsiteX2" fmla="*/ 522393 w 548640"/>
              <a:gd name="connsiteY2" fmla="*/ 0 h 157480"/>
              <a:gd name="connsiteX3" fmla="*/ 548640 w 548640"/>
              <a:gd name="connsiteY3" fmla="*/ 26247 h 157480"/>
              <a:gd name="connsiteX4" fmla="*/ 548640 w 548640"/>
              <a:gd name="connsiteY4" fmla="*/ 131233 h 157480"/>
              <a:gd name="connsiteX5" fmla="*/ 522393 w 548640"/>
              <a:gd name="connsiteY5" fmla="*/ 157480 h 157480"/>
              <a:gd name="connsiteX6" fmla="*/ 26247 w 548640"/>
              <a:gd name="connsiteY6" fmla="*/ 157480 h 157480"/>
              <a:gd name="connsiteX7" fmla="*/ 0 w 548640"/>
              <a:gd name="connsiteY7" fmla="*/ 131233 h 157480"/>
              <a:gd name="connsiteX8" fmla="*/ 0 w 548640"/>
              <a:gd name="connsiteY8" fmla="*/ 26247 h 157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8640" h="157480" extrusionOk="0">
                <a:moveTo>
                  <a:pt x="0" y="26247"/>
                </a:moveTo>
                <a:cubicBezTo>
                  <a:pt x="1205" y="11890"/>
                  <a:pt x="13534" y="-1579"/>
                  <a:pt x="26247" y="0"/>
                </a:cubicBezTo>
                <a:cubicBezTo>
                  <a:pt x="245121" y="-17107"/>
                  <a:pt x="370578" y="391"/>
                  <a:pt x="522393" y="0"/>
                </a:cubicBezTo>
                <a:cubicBezTo>
                  <a:pt x="536926" y="-790"/>
                  <a:pt x="549878" y="10961"/>
                  <a:pt x="548640" y="26247"/>
                </a:cubicBezTo>
                <a:cubicBezTo>
                  <a:pt x="549509" y="51663"/>
                  <a:pt x="546930" y="80634"/>
                  <a:pt x="548640" y="131233"/>
                </a:cubicBezTo>
                <a:cubicBezTo>
                  <a:pt x="548129" y="145003"/>
                  <a:pt x="535412" y="153606"/>
                  <a:pt x="522393" y="157480"/>
                </a:cubicBezTo>
                <a:cubicBezTo>
                  <a:pt x="410671" y="193058"/>
                  <a:pt x="265639" y="140262"/>
                  <a:pt x="26247" y="157480"/>
                </a:cubicBezTo>
                <a:cubicBezTo>
                  <a:pt x="9237" y="156840"/>
                  <a:pt x="-1899" y="147748"/>
                  <a:pt x="0" y="131233"/>
                </a:cubicBezTo>
                <a:cubicBezTo>
                  <a:pt x="-3082" y="100012"/>
                  <a:pt x="1342" y="67473"/>
                  <a:pt x="0" y="26247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864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26763-A76D-AC58-52E8-F5317D14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A5B1E46-E7F9-D5FD-AEB7-D46CAEDEE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8"/>
            <a:ext cx="12192000" cy="6850804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36C326D3-7CF5-0893-826A-89247EC15F59}"/>
              </a:ext>
            </a:extLst>
          </p:cNvPr>
          <p:cNvSpPr/>
          <p:nvPr/>
        </p:nvSpPr>
        <p:spPr>
          <a:xfrm>
            <a:off x="3393440" y="425202"/>
            <a:ext cx="692912" cy="235198"/>
          </a:xfrm>
          <a:custGeom>
            <a:avLst/>
            <a:gdLst>
              <a:gd name="connsiteX0" fmla="*/ 0 w 692912"/>
              <a:gd name="connsiteY0" fmla="*/ 39200 h 235198"/>
              <a:gd name="connsiteX1" fmla="*/ 39200 w 692912"/>
              <a:gd name="connsiteY1" fmla="*/ 0 h 235198"/>
              <a:gd name="connsiteX2" fmla="*/ 346456 w 692912"/>
              <a:gd name="connsiteY2" fmla="*/ 0 h 235198"/>
              <a:gd name="connsiteX3" fmla="*/ 653712 w 692912"/>
              <a:gd name="connsiteY3" fmla="*/ 0 h 235198"/>
              <a:gd name="connsiteX4" fmla="*/ 692912 w 692912"/>
              <a:gd name="connsiteY4" fmla="*/ 39200 h 235198"/>
              <a:gd name="connsiteX5" fmla="*/ 692912 w 692912"/>
              <a:gd name="connsiteY5" fmla="*/ 195998 h 235198"/>
              <a:gd name="connsiteX6" fmla="*/ 653712 w 692912"/>
              <a:gd name="connsiteY6" fmla="*/ 235198 h 235198"/>
              <a:gd name="connsiteX7" fmla="*/ 346456 w 692912"/>
              <a:gd name="connsiteY7" fmla="*/ 235198 h 235198"/>
              <a:gd name="connsiteX8" fmla="*/ 39200 w 692912"/>
              <a:gd name="connsiteY8" fmla="*/ 235198 h 235198"/>
              <a:gd name="connsiteX9" fmla="*/ 0 w 692912"/>
              <a:gd name="connsiteY9" fmla="*/ 195998 h 235198"/>
              <a:gd name="connsiteX10" fmla="*/ 0 w 692912"/>
              <a:gd name="connsiteY10" fmla="*/ 39200 h 235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2912" h="235198" extrusionOk="0">
                <a:moveTo>
                  <a:pt x="0" y="39200"/>
                </a:moveTo>
                <a:cubicBezTo>
                  <a:pt x="488" y="17606"/>
                  <a:pt x="18952" y="-1242"/>
                  <a:pt x="39200" y="0"/>
                </a:cubicBezTo>
                <a:cubicBezTo>
                  <a:pt x="137298" y="-8593"/>
                  <a:pt x="250517" y="28887"/>
                  <a:pt x="346456" y="0"/>
                </a:cubicBezTo>
                <a:cubicBezTo>
                  <a:pt x="442395" y="-28887"/>
                  <a:pt x="534273" y="32702"/>
                  <a:pt x="653712" y="0"/>
                </a:cubicBezTo>
                <a:cubicBezTo>
                  <a:pt x="674167" y="-5001"/>
                  <a:pt x="693311" y="20077"/>
                  <a:pt x="692912" y="39200"/>
                </a:cubicBezTo>
                <a:cubicBezTo>
                  <a:pt x="701682" y="108098"/>
                  <a:pt x="688281" y="140982"/>
                  <a:pt x="692912" y="195998"/>
                </a:cubicBezTo>
                <a:cubicBezTo>
                  <a:pt x="694001" y="216233"/>
                  <a:pt x="671634" y="237421"/>
                  <a:pt x="653712" y="235198"/>
                </a:cubicBezTo>
                <a:cubicBezTo>
                  <a:pt x="577110" y="239914"/>
                  <a:pt x="439466" y="228075"/>
                  <a:pt x="346456" y="235198"/>
                </a:cubicBezTo>
                <a:cubicBezTo>
                  <a:pt x="253446" y="242321"/>
                  <a:pt x="139168" y="215760"/>
                  <a:pt x="39200" y="235198"/>
                </a:cubicBezTo>
                <a:cubicBezTo>
                  <a:pt x="13353" y="234830"/>
                  <a:pt x="-1583" y="221833"/>
                  <a:pt x="0" y="195998"/>
                </a:cubicBezTo>
                <a:cubicBezTo>
                  <a:pt x="-7959" y="141816"/>
                  <a:pt x="15640" y="97772"/>
                  <a:pt x="0" y="3920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2523C24-793E-6C9E-1A9A-16C5446F884B}"/>
              </a:ext>
            </a:extLst>
          </p:cNvPr>
          <p:cNvSpPr/>
          <p:nvPr/>
        </p:nvSpPr>
        <p:spPr>
          <a:xfrm>
            <a:off x="9144000" y="542801"/>
            <a:ext cx="489712" cy="680720"/>
          </a:xfrm>
          <a:custGeom>
            <a:avLst/>
            <a:gdLst>
              <a:gd name="connsiteX0" fmla="*/ 0 w 489712"/>
              <a:gd name="connsiteY0" fmla="*/ 81620 h 680720"/>
              <a:gd name="connsiteX1" fmla="*/ 81620 w 489712"/>
              <a:gd name="connsiteY1" fmla="*/ 0 h 680720"/>
              <a:gd name="connsiteX2" fmla="*/ 408092 w 489712"/>
              <a:gd name="connsiteY2" fmla="*/ 0 h 680720"/>
              <a:gd name="connsiteX3" fmla="*/ 489712 w 489712"/>
              <a:gd name="connsiteY3" fmla="*/ 81620 h 680720"/>
              <a:gd name="connsiteX4" fmla="*/ 489712 w 489712"/>
              <a:gd name="connsiteY4" fmla="*/ 599100 h 680720"/>
              <a:gd name="connsiteX5" fmla="*/ 408092 w 489712"/>
              <a:gd name="connsiteY5" fmla="*/ 680720 h 680720"/>
              <a:gd name="connsiteX6" fmla="*/ 81620 w 489712"/>
              <a:gd name="connsiteY6" fmla="*/ 680720 h 680720"/>
              <a:gd name="connsiteX7" fmla="*/ 0 w 489712"/>
              <a:gd name="connsiteY7" fmla="*/ 599100 h 680720"/>
              <a:gd name="connsiteX8" fmla="*/ 0 w 489712"/>
              <a:gd name="connsiteY8" fmla="*/ 81620 h 680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9712" h="680720" extrusionOk="0">
                <a:moveTo>
                  <a:pt x="0" y="81620"/>
                </a:moveTo>
                <a:cubicBezTo>
                  <a:pt x="13385" y="38085"/>
                  <a:pt x="43880" y="-6497"/>
                  <a:pt x="81620" y="0"/>
                </a:cubicBezTo>
                <a:cubicBezTo>
                  <a:pt x="199438" y="-29630"/>
                  <a:pt x="323350" y="24678"/>
                  <a:pt x="408092" y="0"/>
                </a:cubicBezTo>
                <a:cubicBezTo>
                  <a:pt x="453676" y="-10705"/>
                  <a:pt x="497115" y="31819"/>
                  <a:pt x="489712" y="81620"/>
                </a:cubicBezTo>
                <a:cubicBezTo>
                  <a:pt x="522034" y="205701"/>
                  <a:pt x="474725" y="382566"/>
                  <a:pt x="489712" y="599100"/>
                </a:cubicBezTo>
                <a:cubicBezTo>
                  <a:pt x="484782" y="637169"/>
                  <a:pt x="450826" y="674574"/>
                  <a:pt x="408092" y="680720"/>
                </a:cubicBezTo>
                <a:cubicBezTo>
                  <a:pt x="311105" y="712338"/>
                  <a:pt x="235034" y="651899"/>
                  <a:pt x="81620" y="680720"/>
                </a:cubicBezTo>
                <a:cubicBezTo>
                  <a:pt x="33704" y="679997"/>
                  <a:pt x="-3248" y="647631"/>
                  <a:pt x="0" y="599100"/>
                </a:cubicBezTo>
                <a:cubicBezTo>
                  <a:pt x="-21207" y="479775"/>
                  <a:pt x="23493" y="331291"/>
                  <a:pt x="0" y="8162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B90A4F3-B155-38F2-5CE2-46CFE99DC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1837943"/>
            <a:ext cx="4874448" cy="3528995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BFA50CB-534C-A47A-D1B8-B5B7A8E9EFDF}"/>
              </a:ext>
            </a:extLst>
          </p:cNvPr>
          <p:cNvSpPr/>
          <p:nvPr/>
        </p:nvSpPr>
        <p:spPr>
          <a:xfrm>
            <a:off x="4783836" y="2980944"/>
            <a:ext cx="548640" cy="157480"/>
          </a:xfrm>
          <a:custGeom>
            <a:avLst/>
            <a:gdLst>
              <a:gd name="connsiteX0" fmla="*/ 0 w 548640"/>
              <a:gd name="connsiteY0" fmla="*/ 26247 h 157480"/>
              <a:gd name="connsiteX1" fmla="*/ 26247 w 548640"/>
              <a:gd name="connsiteY1" fmla="*/ 0 h 157480"/>
              <a:gd name="connsiteX2" fmla="*/ 522393 w 548640"/>
              <a:gd name="connsiteY2" fmla="*/ 0 h 157480"/>
              <a:gd name="connsiteX3" fmla="*/ 548640 w 548640"/>
              <a:gd name="connsiteY3" fmla="*/ 26247 h 157480"/>
              <a:gd name="connsiteX4" fmla="*/ 548640 w 548640"/>
              <a:gd name="connsiteY4" fmla="*/ 131233 h 157480"/>
              <a:gd name="connsiteX5" fmla="*/ 522393 w 548640"/>
              <a:gd name="connsiteY5" fmla="*/ 157480 h 157480"/>
              <a:gd name="connsiteX6" fmla="*/ 26247 w 548640"/>
              <a:gd name="connsiteY6" fmla="*/ 157480 h 157480"/>
              <a:gd name="connsiteX7" fmla="*/ 0 w 548640"/>
              <a:gd name="connsiteY7" fmla="*/ 131233 h 157480"/>
              <a:gd name="connsiteX8" fmla="*/ 0 w 548640"/>
              <a:gd name="connsiteY8" fmla="*/ 26247 h 157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8640" h="157480" extrusionOk="0">
                <a:moveTo>
                  <a:pt x="0" y="26247"/>
                </a:moveTo>
                <a:cubicBezTo>
                  <a:pt x="1205" y="11890"/>
                  <a:pt x="13534" y="-1579"/>
                  <a:pt x="26247" y="0"/>
                </a:cubicBezTo>
                <a:cubicBezTo>
                  <a:pt x="245121" y="-17107"/>
                  <a:pt x="370578" y="391"/>
                  <a:pt x="522393" y="0"/>
                </a:cubicBezTo>
                <a:cubicBezTo>
                  <a:pt x="536926" y="-790"/>
                  <a:pt x="549878" y="10961"/>
                  <a:pt x="548640" y="26247"/>
                </a:cubicBezTo>
                <a:cubicBezTo>
                  <a:pt x="549509" y="51663"/>
                  <a:pt x="546930" y="80634"/>
                  <a:pt x="548640" y="131233"/>
                </a:cubicBezTo>
                <a:cubicBezTo>
                  <a:pt x="548129" y="145003"/>
                  <a:pt x="535412" y="153606"/>
                  <a:pt x="522393" y="157480"/>
                </a:cubicBezTo>
                <a:cubicBezTo>
                  <a:pt x="410671" y="193058"/>
                  <a:pt x="265639" y="140262"/>
                  <a:pt x="26247" y="157480"/>
                </a:cubicBezTo>
                <a:cubicBezTo>
                  <a:pt x="9237" y="156840"/>
                  <a:pt x="-1899" y="147748"/>
                  <a:pt x="0" y="131233"/>
                </a:cubicBezTo>
                <a:cubicBezTo>
                  <a:pt x="-3082" y="100012"/>
                  <a:pt x="1342" y="67473"/>
                  <a:pt x="0" y="26247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0F97DF7-AD85-854C-75C6-BD5619BDE03E}"/>
              </a:ext>
            </a:extLst>
          </p:cNvPr>
          <p:cNvSpPr/>
          <p:nvPr/>
        </p:nvSpPr>
        <p:spPr>
          <a:xfrm>
            <a:off x="7959852" y="5129784"/>
            <a:ext cx="548640" cy="157480"/>
          </a:xfrm>
          <a:custGeom>
            <a:avLst/>
            <a:gdLst>
              <a:gd name="connsiteX0" fmla="*/ 0 w 548640"/>
              <a:gd name="connsiteY0" fmla="*/ 26247 h 157480"/>
              <a:gd name="connsiteX1" fmla="*/ 26247 w 548640"/>
              <a:gd name="connsiteY1" fmla="*/ 0 h 157480"/>
              <a:gd name="connsiteX2" fmla="*/ 522393 w 548640"/>
              <a:gd name="connsiteY2" fmla="*/ 0 h 157480"/>
              <a:gd name="connsiteX3" fmla="*/ 548640 w 548640"/>
              <a:gd name="connsiteY3" fmla="*/ 26247 h 157480"/>
              <a:gd name="connsiteX4" fmla="*/ 548640 w 548640"/>
              <a:gd name="connsiteY4" fmla="*/ 131233 h 157480"/>
              <a:gd name="connsiteX5" fmla="*/ 522393 w 548640"/>
              <a:gd name="connsiteY5" fmla="*/ 157480 h 157480"/>
              <a:gd name="connsiteX6" fmla="*/ 26247 w 548640"/>
              <a:gd name="connsiteY6" fmla="*/ 157480 h 157480"/>
              <a:gd name="connsiteX7" fmla="*/ 0 w 548640"/>
              <a:gd name="connsiteY7" fmla="*/ 131233 h 157480"/>
              <a:gd name="connsiteX8" fmla="*/ 0 w 548640"/>
              <a:gd name="connsiteY8" fmla="*/ 26247 h 157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8640" h="157480" extrusionOk="0">
                <a:moveTo>
                  <a:pt x="0" y="26247"/>
                </a:moveTo>
                <a:cubicBezTo>
                  <a:pt x="1205" y="11890"/>
                  <a:pt x="13534" y="-1579"/>
                  <a:pt x="26247" y="0"/>
                </a:cubicBezTo>
                <a:cubicBezTo>
                  <a:pt x="245121" y="-17107"/>
                  <a:pt x="370578" y="391"/>
                  <a:pt x="522393" y="0"/>
                </a:cubicBezTo>
                <a:cubicBezTo>
                  <a:pt x="536926" y="-790"/>
                  <a:pt x="549878" y="10961"/>
                  <a:pt x="548640" y="26247"/>
                </a:cubicBezTo>
                <a:cubicBezTo>
                  <a:pt x="549509" y="51663"/>
                  <a:pt x="546930" y="80634"/>
                  <a:pt x="548640" y="131233"/>
                </a:cubicBezTo>
                <a:cubicBezTo>
                  <a:pt x="548129" y="145003"/>
                  <a:pt x="535412" y="153606"/>
                  <a:pt x="522393" y="157480"/>
                </a:cubicBezTo>
                <a:cubicBezTo>
                  <a:pt x="410671" y="193058"/>
                  <a:pt x="265639" y="140262"/>
                  <a:pt x="26247" y="157480"/>
                </a:cubicBezTo>
                <a:cubicBezTo>
                  <a:pt x="9237" y="156840"/>
                  <a:pt x="-1899" y="147748"/>
                  <a:pt x="0" y="131233"/>
                </a:cubicBezTo>
                <a:cubicBezTo>
                  <a:pt x="-3082" y="100012"/>
                  <a:pt x="1342" y="67473"/>
                  <a:pt x="0" y="26247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1486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78742-B31D-3B93-FEEA-CB9E1FE61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16177CE-979A-F073-3E5F-B3A988174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8"/>
            <a:ext cx="12192000" cy="6850804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D57E4F8-1EA6-1A59-C415-8079E3CA63C1}"/>
              </a:ext>
            </a:extLst>
          </p:cNvPr>
          <p:cNvSpPr/>
          <p:nvPr/>
        </p:nvSpPr>
        <p:spPr>
          <a:xfrm>
            <a:off x="3393440" y="425202"/>
            <a:ext cx="692912" cy="235198"/>
          </a:xfrm>
          <a:custGeom>
            <a:avLst/>
            <a:gdLst>
              <a:gd name="connsiteX0" fmla="*/ 0 w 692912"/>
              <a:gd name="connsiteY0" fmla="*/ 39200 h 235198"/>
              <a:gd name="connsiteX1" fmla="*/ 39200 w 692912"/>
              <a:gd name="connsiteY1" fmla="*/ 0 h 235198"/>
              <a:gd name="connsiteX2" fmla="*/ 346456 w 692912"/>
              <a:gd name="connsiteY2" fmla="*/ 0 h 235198"/>
              <a:gd name="connsiteX3" fmla="*/ 653712 w 692912"/>
              <a:gd name="connsiteY3" fmla="*/ 0 h 235198"/>
              <a:gd name="connsiteX4" fmla="*/ 692912 w 692912"/>
              <a:gd name="connsiteY4" fmla="*/ 39200 h 235198"/>
              <a:gd name="connsiteX5" fmla="*/ 692912 w 692912"/>
              <a:gd name="connsiteY5" fmla="*/ 195998 h 235198"/>
              <a:gd name="connsiteX6" fmla="*/ 653712 w 692912"/>
              <a:gd name="connsiteY6" fmla="*/ 235198 h 235198"/>
              <a:gd name="connsiteX7" fmla="*/ 346456 w 692912"/>
              <a:gd name="connsiteY7" fmla="*/ 235198 h 235198"/>
              <a:gd name="connsiteX8" fmla="*/ 39200 w 692912"/>
              <a:gd name="connsiteY8" fmla="*/ 235198 h 235198"/>
              <a:gd name="connsiteX9" fmla="*/ 0 w 692912"/>
              <a:gd name="connsiteY9" fmla="*/ 195998 h 235198"/>
              <a:gd name="connsiteX10" fmla="*/ 0 w 692912"/>
              <a:gd name="connsiteY10" fmla="*/ 39200 h 235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2912" h="235198" extrusionOk="0">
                <a:moveTo>
                  <a:pt x="0" y="39200"/>
                </a:moveTo>
                <a:cubicBezTo>
                  <a:pt x="488" y="17606"/>
                  <a:pt x="18952" y="-1242"/>
                  <a:pt x="39200" y="0"/>
                </a:cubicBezTo>
                <a:cubicBezTo>
                  <a:pt x="137298" y="-8593"/>
                  <a:pt x="250517" y="28887"/>
                  <a:pt x="346456" y="0"/>
                </a:cubicBezTo>
                <a:cubicBezTo>
                  <a:pt x="442395" y="-28887"/>
                  <a:pt x="534273" y="32702"/>
                  <a:pt x="653712" y="0"/>
                </a:cubicBezTo>
                <a:cubicBezTo>
                  <a:pt x="674167" y="-5001"/>
                  <a:pt x="693311" y="20077"/>
                  <a:pt x="692912" y="39200"/>
                </a:cubicBezTo>
                <a:cubicBezTo>
                  <a:pt x="701682" y="108098"/>
                  <a:pt x="688281" y="140982"/>
                  <a:pt x="692912" y="195998"/>
                </a:cubicBezTo>
                <a:cubicBezTo>
                  <a:pt x="694001" y="216233"/>
                  <a:pt x="671634" y="237421"/>
                  <a:pt x="653712" y="235198"/>
                </a:cubicBezTo>
                <a:cubicBezTo>
                  <a:pt x="577110" y="239914"/>
                  <a:pt x="439466" y="228075"/>
                  <a:pt x="346456" y="235198"/>
                </a:cubicBezTo>
                <a:cubicBezTo>
                  <a:pt x="253446" y="242321"/>
                  <a:pt x="139168" y="215760"/>
                  <a:pt x="39200" y="235198"/>
                </a:cubicBezTo>
                <a:cubicBezTo>
                  <a:pt x="13353" y="234830"/>
                  <a:pt x="-1583" y="221833"/>
                  <a:pt x="0" y="195998"/>
                </a:cubicBezTo>
                <a:cubicBezTo>
                  <a:pt x="-7959" y="141816"/>
                  <a:pt x="15640" y="97772"/>
                  <a:pt x="0" y="3920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1CA68FA-01E0-400F-5CEB-519C295FFA34}"/>
              </a:ext>
            </a:extLst>
          </p:cNvPr>
          <p:cNvSpPr/>
          <p:nvPr/>
        </p:nvSpPr>
        <p:spPr>
          <a:xfrm>
            <a:off x="9144000" y="542801"/>
            <a:ext cx="489712" cy="680720"/>
          </a:xfrm>
          <a:custGeom>
            <a:avLst/>
            <a:gdLst>
              <a:gd name="connsiteX0" fmla="*/ 0 w 489712"/>
              <a:gd name="connsiteY0" fmla="*/ 81620 h 680720"/>
              <a:gd name="connsiteX1" fmla="*/ 81620 w 489712"/>
              <a:gd name="connsiteY1" fmla="*/ 0 h 680720"/>
              <a:gd name="connsiteX2" fmla="*/ 408092 w 489712"/>
              <a:gd name="connsiteY2" fmla="*/ 0 h 680720"/>
              <a:gd name="connsiteX3" fmla="*/ 489712 w 489712"/>
              <a:gd name="connsiteY3" fmla="*/ 81620 h 680720"/>
              <a:gd name="connsiteX4" fmla="*/ 489712 w 489712"/>
              <a:gd name="connsiteY4" fmla="*/ 599100 h 680720"/>
              <a:gd name="connsiteX5" fmla="*/ 408092 w 489712"/>
              <a:gd name="connsiteY5" fmla="*/ 680720 h 680720"/>
              <a:gd name="connsiteX6" fmla="*/ 81620 w 489712"/>
              <a:gd name="connsiteY6" fmla="*/ 680720 h 680720"/>
              <a:gd name="connsiteX7" fmla="*/ 0 w 489712"/>
              <a:gd name="connsiteY7" fmla="*/ 599100 h 680720"/>
              <a:gd name="connsiteX8" fmla="*/ 0 w 489712"/>
              <a:gd name="connsiteY8" fmla="*/ 81620 h 680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9712" h="680720" extrusionOk="0">
                <a:moveTo>
                  <a:pt x="0" y="81620"/>
                </a:moveTo>
                <a:cubicBezTo>
                  <a:pt x="13385" y="38085"/>
                  <a:pt x="43880" y="-6497"/>
                  <a:pt x="81620" y="0"/>
                </a:cubicBezTo>
                <a:cubicBezTo>
                  <a:pt x="199438" y="-29630"/>
                  <a:pt x="323350" y="24678"/>
                  <a:pt x="408092" y="0"/>
                </a:cubicBezTo>
                <a:cubicBezTo>
                  <a:pt x="453676" y="-10705"/>
                  <a:pt x="497115" y="31819"/>
                  <a:pt x="489712" y="81620"/>
                </a:cubicBezTo>
                <a:cubicBezTo>
                  <a:pt x="522034" y="205701"/>
                  <a:pt x="474725" y="382566"/>
                  <a:pt x="489712" y="599100"/>
                </a:cubicBezTo>
                <a:cubicBezTo>
                  <a:pt x="484782" y="637169"/>
                  <a:pt x="450826" y="674574"/>
                  <a:pt x="408092" y="680720"/>
                </a:cubicBezTo>
                <a:cubicBezTo>
                  <a:pt x="311105" y="712338"/>
                  <a:pt x="235034" y="651899"/>
                  <a:pt x="81620" y="680720"/>
                </a:cubicBezTo>
                <a:cubicBezTo>
                  <a:pt x="33704" y="679997"/>
                  <a:pt x="-3248" y="647631"/>
                  <a:pt x="0" y="599100"/>
                </a:cubicBezTo>
                <a:cubicBezTo>
                  <a:pt x="-21207" y="479775"/>
                  <a:pt x="23493" y="331291"/>
                  <a:pt x="0" y="8162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470E16-8CA0-69F3-5C62-843799777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1837943"/>
            <a:ext cx="4874448" cy="3528995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8D1B3CE-1D6F-66C8-C606-12DFD0B0D1AC}"/>
              </a:ext>
            </a:extLst>
          </p:cNvPr>
          <p:cNvSpPr/>
          <p:nvPr/>
        </p:nvSpPr>
        <p:spPr>
          <a:xfrm>
            <a:off x="4783836" y="2980944"/>
            <a:ext cx="548640" cy="157480"/>
          </a:xfrm>
          <a:custGeom>
            <a:avLst/>
            <a:gdLst>
              <a:gd name="connsiteX0" fmla="*/ 0 w 548640"/>
              <a:gd name="connsiteY0" fmla="*/ 26247 h 157480"/>
              <a:gd name="connsiteX1" fmla="*/ 26247 w 548640"/>
              <a:gd name="connsiteY1" fmla="*/ 0 h 157480"/>
              <a:gd name="connsiteX2" fmla="*/ 522393 w 548640"/>
              <a:gd name="connsiteY2" fmla="*/ 0 h 157480"/>
              <a:gd name="connsiteX3" fmla="*/ 548640 w 548640"/>
              <a:gd name="connsiteY3" fmla="*/ 26247 h 157480"/>
              <a:gd name="connsiteX4" fmla="*/ 548640 w 548640"/>
              <a:gd name="connsiteY4" fmla="*/ 131233 h 157480"/>
              <a:gd name="connsiteX5" fmla="*/ 522393 w 548640"/>
              <a:gd name="connsiteY5" fmla="*/ 157480 h 157480"/>
              <a:gd name="connsiteX6" fmla="*/ 26247 w 548640"/>
              <a:gd name="connsiteY6" fmla="*/ 157480 h 157480"/>
              <a:gd name="connsiteX7" fmla="*/ 0 w 548640"/>
              <a:gd name="connsiteY7" fmla="*/ 131233 h 157480"/>
              <a:gd name="connsiteX8" fmla="*/ 0 w 548640"/>
              <a:gd name="connsiteY8" fmla="*/ 26247 h 157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8640" h="157480" extrusionOk="0">
                <a:moveTo>
                  <a:pt x="0" y="26247"/>
                </a:moveTo>
                <a:cubicBezTo>
                  <a:pt x="1205" y="11890"/>
                  <a:pt x="13534" y="-1579"/>
                  <a:pt x="26247" y="0"/>
                </a:cubicBezTo>
                <a:cubicBezTo>
                  <a:pt x="245121" y="-17107"/>
                  <a:pt x="370578" y="391"/>
                  <a:pt x="522393" y="0"/>
                </a:cubicBezTo>
                <a:cubicBezTo>
                  <a:pt x="536926" y="-790"/>
                  <a:pt x="549878" y="10961"/>
                  <a:pt x="548640" y="26247"/>
                </a:cubicBezTo>
                <a:cubicBezTo>
                  <a:pt x="549509" y="51663"/>
                  <a:pt x="546930" y="80634"/>
                  <a:pt x="548640" y="131233"/>
                </a:cubicBezTo>
                <a:cubicBezTo>
                  <a:pt x="548129" y="145003"/>
                  <a:pt x="535412" y="153606"/>
                  <a:pt x="522393" y="157480"/>
                </a:cubicBezTo>
                <a:cubicBezTo>
                  <a:pt x="410671" y="193058"/>
                  <a:pt x="265639" y="140262"/>
                  <a:pt x="26247" y="157480"/>
                </a:cubicBezTo>
                <a:cubicBezTo>
                  <a:pt x="9237" y="156840"/>
                  <a:pt x="-1899" y="147748"/>
                  <a:pt x="0" y="131233"/>
                </a:cubicBezTo>
                <a:cubicBezTo>
                  <a:pt x="-3082" y="100012"/>
                  <a:pt x="1342" y="67473"/>
                  <a:pt x="0" y="26247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F973875-2779-3E50-5EC0-52A368EC0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1860188"/>
            <a:ext cx="4874448" cy="3506750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8E8DE3C-6F1F-8EE8-8E9F-98F470A39EFF}"/>
              </a:ext>
            </a:extLst>
          </p:cNvPr>
          <p:cNvSpPr/>
          <p:nvPr/>
        </p:nvSpPr>
        <p:spPr>
          <a:xfrm>
            <a:off x="8840216" y="5129784"/>
            <a:ext cx="548640" cy="157480"/>
          </a:xfrm>
          <a:custGeom>
            <a:avLst/>
            <a:gdLst>
              <a:gd name="connsiteX0" fmla="*/ 0 w 548640"/>
              <a:gd name="connsiteY0" fmla="*/ 26247 h 157480"/>
              <a:gd name="connsiteX1" fmla="*/ 26247 w 548640"/>
              <a:gd name="connsiteY1" fmla="*/ 0 h 157480"/>
              <a:gd name="connsiteX2" fmla="*/ 522393 w 548640"/>
              <a:gd name="connsiteY2" fmla="*/ 0 h 157480"/>
              <a:gd name="connsiteX3" fmla="*/ 548640 w 548640"/>
              <a:gd name="connsiteY3" fmla="*/ 26247 h 157480"/>
              <a:gd name="connsiteX4" fmla="*/ 548640 w 548640"/>
              <a:gd name="connsiteY4" fmla="*/ 131233 h 157480"/>
              <a:gd name="connsiteX5" fmla="*/ 522393 w 548640"/>
              <a:gd name="connsiteY5" fmla="*/ 157480 h 157480"/>
              <a:gd name="connsiteX6" fmla="*/ 26247 w 548640"/>
              <a:gd name="connsiteY6" fmla="*/ 157480 h 157480"/>
              <a:gd name="connsiteX7" fmla="*/ 0 w 548640"/>
              <a:gd name="connsiteY7" fmla="*/ 131233 h 157480"/>
              <a:gd name="connsiteX8" fmla="*/ 0 w 548640"/>
              <a:gd name="connsiteY8" fmla="*/ 26247 h 157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8640" h="157480" extrusionOk="0">
                <a:moveTo>
                  <a:pt x="0" y="26247"/>
                </a:moveTo>
                <a:cubicBezTo>
                  <a:pt x="1205" y="11890"/>
                  <a:pt x="13534" y="-1579"/>
                  <a:pt x="26247" y="0"/>
                </a:cubicBezTo>
                <a:cubicBezTo>
                  <a:pt x="245121" y="-17107"/>
                  <a:pt x="370578" y="391"/>
                  <a:pt x="522393" y="0"/>
                </a:cubicBezTo>
                <a:cubicBezTo>
                  <a:pt x="536926" y="-790"/>
                  <a:pt x="549878" y="10961"/>
                  <a:pt x="548640" y="26247"/>
                </a:cubicBezTo>
                <a:cubicBezTo>
                  <a:pt x="549509" y="51663"/>
                  <a:pt x="546930" y="80634"/>
                  <a:pt x="548640" y="131233"/>
                </a:cubicBezTo>
                <a:cubicBezTo>
                  <a:pt x="548129" y="145003"/>
                  <a:pt x="535412" y="153606"/>
                  <a:pt x="522393" y="157480"/>
                </a:cubicBezTo>
                <a:cubicBezTo>
                  <a:pt x="410671" y="193058"/>
                  <a:pt x="265639" y="140262"/>
                  <a:pt x="26247" y="157480"/>
                </a:cubicBezTo>
                <a:cubicBezTo>
                  <a:pt x="9237" y="156840"/>
                  <a:pt x="-1899" y="147748"/>
                  <a:pt x="0" y="131233"/>
                </a:cubicBezTo>
                <a:cubicBezTo>
                  <a:pt x="-3082" y="100012"/>
                  <a:pt x="1342" y="67473"/>
                  <a:pt x="0" y="26247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90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EE9A1-1224-DB8F-780E-B2D9465C4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AAB1340-8C00-FEFC-EAC4-BFDABDE8F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109"/>
            <a:ext cx="12192000" cy="6397782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AF0E23D-0968-00B1-1FBA-A46DFF7904BA}"/>
              </a:ext>
            </a:extLst>
          </p:cNvPr>
          <p:cNvSpPr/>
          <p:nvPr/>
        </p:nvSpPr>
        <p:spPr>
          <a:xfrm>
            <a:off x="153416" y="2194560"/>
            <a:ext cx="2032000" cy="521208"/>
          </a:xfrm>
          <a:custGeom>
            <a:avLst/>
            <a:gdLst>
              <a:gd name="connsiteX0" fmla="*/ 0 w 2032000"/>
              <a:gd name="connsiteY0" fmla="*/ 86870 h 521208"/>
              <a:gd name="connsiteX1" fmla="*/ 86870 w 2032000"/>
              <a:gd name="connsiteY1" fmla="*/ 0 h 521208"/>
              <a:gd name="connsiteX2" fmla="*/ 551435 w 2032000"/>
              <a:gd name="connsiteY2" fmla="*/ 0 h 521208"/>
              <a:gd name="connsiteX3" fmla="*/ 1034583 w 2032000"/>
              <a:gd name="connsiteY3" fmla="*/ 0 h 521208"/>
              <a:gd name="connsiteX4" fmla="*/ 1499148 w 2032000"/>
              <a:gd name="connsiteY4" fmla="*/ 0 h 521208"/>
              <a:gd name="connsiteX5" fmla="*/ 1945130 w 2032000"/>
              <a:gd name="connsiteY5" fmla="*/ 0 h 521208"/>
              <a:gd name="connsiteX6" fmla="*/ 2032000 w 2032000"/>
              <a:gd name="connsiteY6" fmla="*/ 86870 h 521208"/>
              <a:gd name="connsiteX7" fmla="*/ 2032000 w 2032000"/>
              <a:gd name="connsiteY7" fmla="*/ 434338 h 521208"/>
              <a:gd name="connsiteX8" fmla="*/ 1945130 w 2032000"/>
              <a:gd name="connsiteY8" fmla="*/ 521208 h 521208"/>
              <a:gd name="connsiteX9" fmla="*/ 1499148 w 2032000"/>
              <a:gd name="connsiteY9" fmla="*/ 521208 h 521208"/>
              <a:gd name="connsiteX10" fmla="*/ 1053165 w 2032000"/>
              <a:gd name="connsiteY10" fmla="*/ 521208 h 521208"/>
              <a:gd name="connsiteX11" fmla="*/ 570018 w 2032000"/>
              <a:gd name="connsiteY11" fmla="*/ 521208 h 521208"/>
              <a:gd name="connsiteX12" fmla="*/ 86870 w 2032000"/>
              <a:gd name="connsiteY12" fmla="*/ 521208 h 521208"/>
              <a:gd name="connsiteX13" fmla="*/ 0 w 2032000"/>
              <a:gd name="connsiteY13" fmla="*/ 434338 h 521208"/>
              <a:gd name="connsiteX14" fmla="*/ 0 w 2032000"/>
              <a:gd name="connsiteY14" fmla="*/ 86870 h 52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32000" h="521208" extrusionOk="0">
                <a:moveTo>
                  <a:pt x="0" y="86870"/>
                </a:moveTo>
                <a:cubicBezTo>
                  <a:pt x="13286" y="40423"/>
                  <a:pt x="45259" y="-5638"/>
                  <a:pt x="86870" y="0"/>
                </a:cubicBezTo>
                <a:cubicBezTo>
                  <a:pt x="193696" y="-54600"/>
                  <a:pt x="401597" y="54611"/>
                  <a:pt x="551435" y="0"/>
                </a:cubicBezTo>
                <a:cubicBezTo>
                  <a:pt x="701274" y="-54611"/>
                  <a:pt x="820177" y="38376"/>
                  <a:pt x="1034583" y="0"/>
                </a:cubicBezTo>
                <a:cubicBezTo>
                  <a:pt x="1248989" y="-38376"/>
                  <a:pt x="1328481" y="52216"/>
                  <a:pt x="1499148" y="0"/>
                </a:cubicBezTo>
                <a:cubicBezTo>
                  <a:pt x="1669815" y="-52216"/>
                  <a:pt x="1751392" y="51099"/>
                  <a:pt x="1945130" y="0"/>
                </a:cubicBezTo>
                <a:cubicBezTo>
                  <a:pt x="1990320" y="-3963"/>
                  <a:pt x="2028961" y="30920"/>
                  <a:pt x="2032000" y="86870"/>
                </a:cubicBezTo>
                <a:cubicBezTo>
                  <a:pt x="2051451" y="205873"/>
                  <a:pt x="2007193" y="342469"/>
                  <a:pt x="2032000" y="434338"/>
                </a:cubicBezTo>
                <a:cubicBezTo>
                  <a:pt x="2027957" y="481286"/>
                  <a:pt x="1984951" y="529879"/>
                  <a:pt x="1945130" y="521208"/>
                </a:cubicBezTo>
                <a:cubicBezTo>
                  <a:pt x="1788597" y="533774"/>
                  <a:pt x="1681489" y="510114"/>
                  <a:pt x="1499148" y="521208"/>
                </a:cubicBezTo>
                <a:cubicBezTo>
                  <a:pt x="1316807" y="532302"/>
                  <a:pt x="1147248" y="507069"/>
                  <a:pt x="1053165" y="521208"/>
                </a:cubicBezTo>
                <a:cubicBezTo>
                  <a:pt x="959082" y="535347"/>
                  <a:pt x="696825" y="482973"/>
                  <a:pt x="570018" y="521208"/>
                </a:cubicBezTo>
                <a:cubicBezTo>
                  <a:pt x="443211" y="559443"/>
                  <a:pt x="326586" y="477611"/>
                  <a:pt x="86870" y="521208"/>
                </a:cubicBezTo>
                <a:cubicBezTo>
                  <a:pt x="45521" y="522914"/>
                  <a:pt x="6359" y="480275"/>
                  <a:pt x="0" y="434338"/>
                </a:cubicBezTo>
                <a:cubicBezTo>
                  <a:pt x="-32868" y="296720"/>
                  <a:pt x="23463" y="163629"/>
                  <a:pt x="0" y="86870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624BC52-C847-AD21-F790-6E385A2F93C1}"/>
              </a:ext>
            </a:extLst>
          </p:cNvPr>
          <p:cNvSpPr txBox="1"/>
          <p:nvPr/>
        </p:nvSpPr>
        <p:spPr>
          <a:xfrm>
            <a:off x="2258568" y="2284904"/>
            <a:ext cx="2032000" cy="340519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Information du site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DAFC491D-DE61-5471-3D4B-82044319F4B3}"/>
              </a:ext>
            </a:extLst>
          </p:cNvPr>
          <p:cNvSpPr/>
          <p:nvPr/>
        </p:nvSpPr>
        <p:spPr>
          <a:xfrm>
            <a:off x="226568" y="2715768"/>
            <a:ext cx="2406904" cy="1964450"/>
          </a:xfrm>
          <a:custGeom>
            <a:avLst/>
            <a:gdLst>
              <a:gd name="connsiteX0" fmla="*/ 0 w 2406904"/>
              <a:gd name="connsiteY0" fmla="*/ 43945 h 1964450"/>
              <a:gd name="connsiteX1" fmla="*/ 43945 w 2406904"/>
              <a:gd name="connsiteY1" fmla="*/ 0 h 1964450"/>
              <a:gd name="connsiteX2" fmla="*/ 623699 w 2406904"/>
              <a:gd name="connsiteY2" fmla="*/ 0 h 1964450"/>
              <a:gd name="connsiteX3" fmla="*/ 1226642 w 2406904"/>
              <a:gd name="connsiteY3" fmla="*/ 0 h 1964450"/>
              <a:gd name="connsiteX4" fmla="*/ 1806396 w 2406904"/>
              <a:gd name="connsiteY4" fmla="*/ 0 h 1964450"/>
              <a:gd name="connsiteX5" fmla="*/ 2362959 w 2406904"/>
              <a:gd name="connsiteY5" fmla="*/ 0 h 1964450"/>
              <a:gd name="connsiteX6" fmla="*/ 2406904 w 2406904"/>
              <a:gd name="connsiteY6" fmla="*/ 43945 h 1964450"/>
              <a:gd name="connsiteX7" fmla="*/ 2406904 w 2406904"/>
              <a:gd name="connsiteY7" fmla="*/ 513085 h 1964450"/>
              <a:gd name="connsiteX8" fmla="*/ 2406904 w 2406904"/>
              <a:gd name="connsiteY8" fmla="*/ 925928 h 1964450"/>
              <a:gd name="connsiteX9" fmla="*/ 2406904 w 2406904"/>
              <a:gd name="connsiteY9" fmla="*/ 1413834 h 1964450"/>
              <a:gd name="connsiteX10" fmla="*/ 2406904 w 2406904"/>
              <a:gd name="connsiteY10" fmla="*/ 1920505 h 1964450"/>
              <a:gd name="connsiteX11" fmla="*/ 2362959 w 2406904"/>
              <a:gd name="connsiteY11" fmla="*/ 1964450 h 1964450"/>
              <a:gd name="connsiteX12" fmla="*/ 1736825 w 2406904"/>
              <a:gd name="connsiteY12" fmla="*/ 1964450 h 1964450"/>
              <a:gd name="connsiteX13" fmla="*/ 1157072 w 2406904"/>
              <a:gd name="connsiteY13" fmla="*/ 1964450 h 1964450"/>
              <a:gd name="connsiteX14" fmla="*/ 554128 w 2406904"/>
              <a:gd name="connsiteY14" fmla="*/ 1964450 h 1964450"/>
              <a:gd name="connsiteX15" fmla="*/ 43945 w 2406904"/>
              <a:gd name="connsiteY15" fmla="*/ 1964450 h 1964450"/>
              <a:gd name="connsiteX16" fmla="*/ 0 w 2406904"/>
              <a:gd name="connsiteY16" fmla="*/ 1920505 h 1964450"/>
              <a:gd name="connsiteX17" fmla="*/ 0 w 2406904"/>
              <a:gd name="connsiteY17" fmla="*/ 1413834 h 1964450"/>
              <a:gd name="connsiteX18" fmla="*/ 0 w 2406904"/>
              <a:gd name="connsiteY18" fmla="*/ 944694 h 1964450"/>
              <a:gd name="connsiteX19" fmla="*/ 0 w 2406904"/>
              <a:gd name="connsiteY19" fmla="*/ 43945 h 196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406904" h="1964450" extrusionOk="0">
                <a:moveTo>
                  <a:pt x="0" y="43945"/>
                </a:moveTo>
                <a:cubicBezTo>
                  <a:pt x="3168" y="20040"/>
                  <a:pt x="23245" y="-3161"/>
                  <a:pt x="43945" y="0"/>
                </a:cubicBezTo>
                <a:cubicBezTo>
                  <a:pt x="288720" y="-57923"/>
                  <a:pt x="354454" y="65967"/>
                  <a:pt x="623699" y="0"/>
                </a:cubicBezTo>
                <a:cubicBezTo>
                  <a:pt x="892944" y="-65967"/>
                  <a:pt x="1095518" y="37037"/>
                  <a:pt x="1226642" y="0"/>
                </a:cubicBezTo>
                <a:cubicBezTo>
                  <a:pt x="1357766" y="-37037"/>
                  <a:pt x="1672772" y="41247"/>
                  <a:pt x="1806396" y="0"/>
                </a:cubicBezTo>
                <a:cubicBezTo>
                  <a:pt x="1940020" y="-41247"/>
                  <a:pt x="2148425" y="29814"/>
                  <a:pt x="2362959" y="0"/>
                </a:cubicBezTo>
                <a:cubicBezTo>
                  <a:pt x="2384688" y="-3612"/>
                  <a:pt x="2405267" y="15381"/>
                  <a:pt x="2406904" y="43945"/>
                </a:cubicBezTo>
                <a:cubicBezTo>
                  <a:pt x="2433112" y="214156"/>
                  <a:pt x="2361815" y="352479"/>
                  <a:pt x="2406904" y="513085"/>
                </a:cubicBezTo>
                <a:cubicBezTo>
                  <a:pt x="2451993" y="673691"/>
                  <a:pt x="2401720" y="823386"/>
                  <a:pt x="2406904" y="925928"/>
                </a:cubicBezTo>
                <a:cubicBezTo>
                  <a:pt x="2412088" y="1028470"/>
                  <a:pt x="2392065" y="1309548"/>
                  <a:pt x="2406904" y="1413834"/>
                </a:cubicBezTo>
                <a:cubicBezTo>
                  <a:pt x="2421743" y="1518120"/>
                  <a:pt x="2404063" y="1680190"/>
                  <a:pt x="2406904" y="1920505"/>
                </a:cubicBezTo>
                <a:cubicBezTo>
                  <a:pt x="2402038" y="1940307"/>
                  <a:pt x="2389000" y="1963951"/>
                  <a:pt x="2362959" y="1964450"/>
                </a:cubicBezTo>
                <a:cubicBezTo>
                  <a:pt x="2062951" y="2019075"/>
                  <a:pt x="2035045" y="1956581"/>
                  <a:pt x="1736825" y="1964450"/>
                </a:cubicBezTo>
                <a:cubicBezTo>
                  <a:pt x="1438605" y="1972319"/>
                  <a:pt x="1433317" y="1948115"/>
                  <a:pt x="1157072" y="1964450"/>
                </a:cubicBezTo>
                <a:cubicBezTo>
                  <a:pt x="880827" y="1980785"/>
                  <a:pt x="844180" y="1937478"/>
                  <a:pt x="554128" y="1964450"/>
                </a:cubicBezTo>
                <a:cubicBezTo>
                  <a:pt x="264076" y="1991422"/>
                  <a:pt x="165633" y="1962376"/>
                  <a:pt x="43945" y="1964450"/>
                </a:cubicBezTo>
                <a:cubicBezTo>
                  <a:pt x="19956" y="1960979"/>
                  <a:pt x="2569" y="1950677"/>
                  <a:pt x="0" y="1920505"/>
                </a:cubicBezTo>
                <a:cubicBezTo>
                  <a:pt x="-28119" y="1690370"/>
                  <a:pt x="47720" y="1588723"/>
                  <a:pt x="0" y="1413834"/>
                </a:cubicBezTo>
                <a:cubicBezTo>
                  <a:pt x="-47720" y="1238945"/>
                  <a:pt x="33207" y="1174946"/>
                  <a:pt x="0" y="944694"/>
                </a:cubicBezTo>
                <a:cubicBezTo>
                  <a:pt x="-33207" y="714442"/>
                  <a:pt x="103670" y="379686"/>
                  <a:pt x="0" y="43945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>
                      <a:gd name="adj" fmla="val 2237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59F7A67-6635-D40F-3F5A-99A19E73689C}"/>
              </a:ext>
            </a:extLst>
          </p:cNvPr>
          <p:cNvSpPr txBox="1"/>
          <p:nvPr/>
        </p:nvSpPr>
        <p:spPr>
          <a:xfrm>
            <a:off x="2706624" y="3429000"/>
            <a:ext cx="2032000" cy="831533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Les années d’extraction des données 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E7C8578-7A9E-9BC0-8F2F-A298AE06AB15}"/>
              </a:ext>
            </a:extLst>
          </p:cNvPr>
          <p:cNvSpPr/>
          <p:nvPr/>
        </p:nvSpPr>
        <p:spPr>
          <a:xfrm>
            <a:off x="153416" y="4671830"/>
            <a:ext cx="7737856" cy="2405626"/>
          </a:xfrm>
          <a:custGeom>
            <a:avLst/>
            <a:gdLst>
              <a:gd name="connsiteX0" fmla="*/ 0 w 7737856"/>
              <a:gd name="connsiteY0" fmla="*/ 53814 h 2405626"/>
              <a:gd name="connsiteX1" fmla="*/ 53814 w 7737856"/>
              <a:gd name="connsiteY1" fmla="*/ 0 h 2405626"/>
              <a:gd name="connsiteX2" fmla="*/ 640755 w 7737856"/>
              <a:gd name="connsiteY2" fmla="*/ 0 h 2405626"/>
              <a:gd name="connsiteX3" fmla="*/ 1303998 w 7737856"/>
              <a:gd name="connsiteY3" fmla="*/ 0 h 2405626"/>
              <a:gd name="connsiteX4" fmla="*/ 1890938 w 7737856"/>
              <a:gd name="connsiteY4" fmla="*/ 0 h 2405626"/>
              <a:gd name="connsiteX5" fmla="*/ 2248972 w 7737856"/>
              <a:gd name="connsiteY5" fmla="*/ 0 h 2405626"/>
              <a:gd name="connsiteX6" fmla="*/ 2683308 w 7737856"/>
              <a:gd name="connsiteY6" fmla="*/ 0 h 2405626"/>
              <a:gd name="connsiteX7" fmla="*/ 3117644 w 7737856"/>
              <a:gd name="connsiteY7" fmla="*/ 0 h 2405626"/>
              <a:gd name="connsiteX8" fmla="*/ 3551980 w 7737856"/>
              <a:gd name="connsiteY8" fmla="*/ 0 h 2405626"/>
              <a:gd name="connsiteX9" fmla="*/ 3910014 w 7737856"/>
              <a:gd name="connsiteY9" fmla="*/ 0 h 2405626"/>
              <a:gd name="connsiteX10" fmla="*/ 4573257 w 7737856"/>
              <a:gd name="connsiteY10" fmla="*/ 0 h 2405626"/>
              <a:gd name="connsiteX11" fmla="*/ 5160197 w 7737856"/>
              <a:gd name="connsiteY11" fmla="*/ 0 h 2405626"/>
              <a:gd name="connsiteX12" fmla="*/ 5670836 w 7737856"/>
              <a:gd name="connsiteY12" fmla="*/ 0 h 2405626"/>
              <a:gd name="connsiteX13" fmla="*/ 6334079 w 7737856"/>
              <a:gd name="connsiteY13" fmla="*/ 0 h 2405626"/>
              <a:gd name="connsiteX14" fmla="*/ 7073624 w 7737856"/>
              <a:gd name="connsiteY14" fmla="*/ 0 h 2405626"/>
              <a:gd name="connsiteX15" fmla="*/ 7684042 w 7737856"/>
              <a:gd name="connsiteY15" fmla="*/ 0 h 2405626"/>
              <a:gd name="connsiteX16" fmla="*/ 7737856 w 7737856"/>
              <a:gd name="connsiteY16" fmla="*/ 53814 h 2405626"/>
              <a:gd name="connsiteX17" fmla="*/ 7737856 w 7737856"/>
              <a:gd name="connsiteY17" fmla="*/ 674273 h 2405626"/>
              <a:gd name="connsiteX18" fmla="*/ 7737856 w 7737856"/>
              <a:gd name="connsiteY18" fmla="*/ 1179833 h 2405626"/>
              <a:gd name="connsiteX19" fmla="*/ 7737856 w 7737856"/>
              <a:gd name="connsiteY19" fmla="*/ 1800292 h 2405626"/>
              <a:gd name="connsiteX20" fmla="*/ 7737856 w 7737856"/>
              <a:gd name="connsiteY20" fmla="*/ 2351812 h 2405626"/>
              <a:gd name="connsiteX21" fmla="*/ 7684042 w 7737856"/>
              <a:gd name="connsiteY21" fmla="*/ 2405626 h 2405626"/>
              <a:gd name="connsiteX22" fmla="*/ 6944497 w 7737856"/>
              <a:gd name="connsiteY22" fmla="*/ 2405626 h 2405626"/>
              <a:gd name="connsiteX23" fmla="*/ 6204952 w 7737856"/>
              <a:gd name="connsiteY23" fmla="*/ 2405626 h 2405626"/>
              <a:gd name="connsiteX24" fmla="*/ 5846918 w 7737856"/>
              <a:gd name="connsiteY24" fmla="*/ 2405626 h 2405626"/>
              <a:gd name="connsiteX25" fmla="*/ 5183675 w 7737856"/>
              <a:gd name="connsiteY25" fmla="*/ 2405626 h 2405626"/>
              <a:gd name="connsiteX26" fmla="*/ 4520432 w 7737856"/>
              <a:gd name="connsiteY26" fmla="*/ 2405626 h 2405626"/>
              <a:gd name="connsiteX27" fmla="*/ 4009794 w 7737856"/>
              <a:gd name="connsiteY27" fmla="*/ 2405626 h 2405626"/>
              <a:gd name="connsiteX28" fmla="*/ 3346551 w 7737856"/>
              <a:gd name="connsiteY28" fmla="*/ 2405626 h 2405626"/>
              <a:gd name="connsiteX29" fmla="*/ 2912215 w 7737856"/>
              <a:gd name="connsiteY29" fmla="*/ 2405626 h 2405626"/>
              <a:gd name="connsiteX30" fmla="*/ 2477879 w 7737856"/>
              <a:gd name="connsiteY30" fmla="*/ 2405626 h 2405626"/>
              <a:gd name="connsiteX31" fmla="*/ 2043543 w 7737856"/>
              <a:gd name="connsiteY31" fmla="*/ 2405626 h 2405626"/>
              <a:gd name="connsiteX32" fmla="*/ 1380300 w 7737856"/>
              <a:gd name="connsiteY32" fmla="*/ 2405626 h 2405626"/>
              <a:gd name="connsiteX33" fmla="*/ 1022266 w 7737856"/>
              <a:gd name="connsiteY33" fmla="*/ 2405626 h 2405626"/>
              <a:gd name="connsiteX34" fmla="*/ 53814 w 7737856"/>
              <a:gd name="connsiteY34" fmla="*/ 2405626 h 2405626"/>
              <a:gd name="connsiteX35" fmla="*/ 0 w 7737856"/>
              <a:gd name="connsiteY35" fmla="*/ 2351812 h 2405626"/>
              <a:gd name="connsiteX36" fmla="*/ 0 w 7737856"/>
              <a:gd name="connsiteY36" fmla="*/ 1846252 h 2405626"/>
              <a:gd name="connsiteX37" fmla="*/ 0 w 7737856"/>
              <a:gd name="connsiteY37" fmla="*/ 1340693 h 2405626"/>
              <a:gd name="connsiteX38" fmla="*/ 0 w 7737856"/>
              <a:gd name="connsiteY38" fmla="*/ 743213 h 2405626"/>
              <a:gd name="connsiteX39" fmla="*/ 0 w 7737856"/>
              <a:gd name="connsiteY39" fmla="*/ 53814 h 2405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7737856" h="2405626" extrusionOk="0">
                <a:moveTo>
                  <a:pt x="0" y="53814"/>
                </a:moveTo>
                <a:cubicBezTo>
                  <a:pt x="4559" y="24618"/>
                  <a:pt x="28055" y="-3508"/>
                  <a:pt x="53814" y="0"/>
                </a:cubicBezTo>
                <a:cubicBezTo>
                  <a:pt x="293699" y="-2837"/>
                  <a:pt x="422040" y="51379"/>
                  <a:pt x="640755" y="0"/>
                </a:cubicBezTo>
                <a:cubicBezTo>
                  <a:pt x="859470" y="-51379"/>
                  <a:pt x="1160034" y="56186"/>
                  <a:pt x="1303998" y="0"/>
                </a:cubicBezTo>
                <a:cubicBezTo>
                  <a:pt x="1447962" y="-56186"/>
                  <a:pt x="1757300" y="6126"/>
                  <a:pt x="1890938" y="0"/>
                </a:cubicBezTo>
                <a:cubicBezTo>
                  <a:pt x="2024576" y="-6126"/>
                  <a:pt x="2148385" y="38078"/>
                  <a:pt x="2248972" y="0"/>
                </a:cubicBezTo>
                <a:cubicBezTo>
                  <a:pt x="2349559" y="-38078"/>
                  <a:pt x="2539845" y="14794"/>
                  <a:pt x="2683308" y="0"/>
                </a:cubicBezTo>
                <a:cubicBezTo>
                  <a:pt x="2826771" y="-14794"/>
                  <a:pt x="2993863" y="16721"/>
                  <a:pt x="3117644" y="0"/>
                </a:cubicBezTo>
                <a:cubicBezTo>
                  <a:pt x="3241425" y="-16721"/>
                  <a:pt x="3441940" y="19960"/>
                  <a:pt x="3551980" y="0"/>
                </a:cubicBezTo>
                <a:cubicBezTo>
                  <a:pt x="3662020" y="-19960"/>
                  <a:pt x="3768415" y="37644"/>
                  <a:pt x="3910014" y="0"/>
                </a:cubicBezTo>
                <a:cubicBezTo>
                  <a:pt x="4051613" y="-37644"/>
                  <a:pt x="4405174" y="3993"/>
                  <a:pt x="4573257" y="0"/>
                </a:cubicBezTo>
                <a:cubicBezTo>
                  <a:pt x="4741340" y="-3993"/>
                  <a:pt x="4933514" y="30426"/>
                  <a:pt x="5160197" y="0"/>
                </a:cubicBezTo>
                <a:cubicBezTo>
                  <a:pt x="5386880" y="-30426"/>
                  <a:pt x="5561674" y="57729"/>
                  <a:pt x="5670836" y="0"/>
                </a:cubicBezTo>
                <a:cubicBezTo>
                  <a:pt x="5779998" y="-57729"/>
                  <a:pt x="6148367" y="45785"/>
                  <a:pt x="6334079" y="0"/>
                </a:cubicBezTo>
                <a:cubicBezTo>
                  <a:pt x="6519791" y="-45785"/>
                  <a:pt x="6877575" y="52713"/>
                  <a:pt x="7073624" y="0"/>
                </a:cubicBezTo>
                <a:cubicBezTo>
                  <a:pt x="7269674" y="-52713"/>
                  <a:pt x="7466888" y="30115"/>
                  <a:pt x="7684042" y="0"/>
                </a:cubicBezTo>
                <a:cubicBezTo>
                  <a:pt x="7715621" y="3623"/>
                  <a:pt x="7737596" y="25100"/>
                  <a:pt x="7737856" y="53814"/>
                </a:cubicBezTo>
                <a:cubicBezTo>
                  <a:pt x="7794269" y="246246"/>
                  <a:pt x="7665191" y="463085"/>
                  <a:pt x="7737856" y="674273"/>
                </a:cubicBezTo>
                <a:cubicBezTo>
                  <a:pt x="7810521" y="885461"/>
                  <a:pt x="7678060" y="1059428"/>
                  <a:pt x="7737856" y="1179833"/>
                </a:cubicBezTo>
                <a:cubicBezTo>
                  <a:pt x="7797652" y="1300238"/>
                  <a:pt x="7722886" y="1559121"/>
                  <a:pt x="7737856" y="1800292"/>
                </a:cubicBezTo>
                <a:cubicBezTo>
                  <a:pt x="7752826" y="2041463"/>
                  <a:pt x="7728963" y="2108318"/>
                  <a:pt x="7737856" y="2351812"/>
                </a:cubicBezTo>
                <a:cubicBezTo>
                  <a:pt x="7735841" y="2380096"/>
                  <a:pt x="7717556" y="2412113"/>
                  <a:pt x="7684042" y="2405626"/>
                </a:cubicBezTo>
                <a:cubicBezTo>
                  <a:pt x="7405605" y="2478441"/>
                  <a:pt x="7201065" y="2328785"/>
                  <a:pt x="6944497" y="2405626"/>
                </a:cubicBezTo>
                <a:cubicBezTo>
                  <a:pt x="6687930" y="2482467"/>
                  <a:pt x="6557203" y="2352401"/>
                  <a:pt x="6204952" y="2405626"/>
                </a:cubicBezTo>
                <a:cubicBezTo>
                  <a:pt x="5852701" y="2458851"/>
                  <a:pt x="5979231" y="2390631"/>
                  <a:pt x="5846918" y="2405626"/>
                </a:cubicBezTo>
                <a:cubicBezTo>
                  <a:pt x="5714605" y="2420621"/>
                  <a:pt x="5456829" y="2342908"/>
                  <a:pt x="5183675" y="2405626"/>
                </a:cubicBezTo>
                <a:cubicBezTo>
                  <a:pt x="4910521" y="2468344"/>
                  <a:pt x="4718495" y="2362589"/>
                  <a:pt x="4520432" y="2405626"/>
                </a:cubicBezTo>
                <a:cubicBezTo>
                  <a:pt x="4322369" y="2448663"/>
                  <a:pt x="4246096" y="2347516"/>
                  <a:pt x="4009794" y="2405626"/>
                </a:cubicBezTo>
                <a:cubicBezTo>
                  <a:pt x="3773492" y="2463736"/>
                  <a:pt x="3527912" y="2345523"/>
                  <a:pt x="3346551" y="2405626"/>
                </a:cubicBezTo>
                <a:cubicBezTo>
                  <a:pt x="3165190" y="2465729"/>
                  <a:pt x="3012268" y="2372553"/>
                  <a:pt x="2912215" y="2405626"/>
                </a:cubicBezTo>
                <a:cubicBezTo>
                  <a:pt x="2812162" y="2438699"/>
                  <a:pt x="2612664" y="2375930"/>
                  <a:pt x="2477879" y="2405626"/>
                </a:cubicBezTo>
                <a:cubicBezTo>
                  <a:pt x="2343094" y="2435322"/>
                  <a:pt x="2223789" y="2378464"/>
                  <a:pt x="2043543" y="2405626"/>
                </a:cubicBezTo>
                <a:cubicBezTo>
                  <a:pt x="1863297" y="2432788"/>
                  <a:pt x="1659511" y="2373947"/>
                  <a:pt x="1380300" y="2405626"/>
                </a:cubicBezTo>
                <a:cubicBezTo>
                  <a:pt x="1101089" y="2437305"/>
                  <a:pt x="1131466" y="2395623"/>
                  <a:pt x="1022266" y="2405626"/>
                </a:cubicBezTo>
                <a:cubicBezTo>
                  <a:pt x="913066" y="2415629"/>
                  <a:pt x="419499" y="2311083"/>
                  <a:pt x="53814" y="2405626"/>
                </a:cubicBezTo>
                <a:cubicBezTo>
                  <a:pt x="25135" y="2407087"/>
                  <a:pt x="-4180" y="2379342"/>
                  <a:pt x="0" y="2351812"/>
                </a:cubicBezTo>
                <a:cubicBezTo>
                  <a:pt x="-1745" y="2243924"/>
                  <a:pt x="19419" y="2031795"/>
                  <a:pt x="0" y="1846252"/>
                </a:cubicBezTo>
                <a:cubicBezTo>
                  <a:pt x="-19419" y="1660709"/>
                  <a:pt x="31517" y="1576189"/>
                  <a:pt x="0" y="1340693"/>
                </a:cubicBezTo>
                <a:cubicBezTo>
                  <a:pt x="-31517" y="1105197"/>
                  <a:pt x="20587" y="1022475"/>
                  <a:pt x="0" y="743213"/>
                </a:cubicBezTo>
                <a:cubicBezTo>
                  <a:pt x="-20587" y="463951"/>
                  <a:pt x="2777" y="257214"/>
                  <a:pt x="0" y="53814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>
                      <a:gd name="adj" fmla="val 2237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A2D1DF6-4A7C-6EEC-6740-21C0136D0E8C}"/>
              </a:ext>
            </a:extLst>
          </p:cNvPr>
          <p:cNvSpPr txBox="1"/>
          <p:nvPr/>
        </p:nvSpPr>
        <p:spPr>
          <a:xfrm>
            <a:off x="8009636" y="5701407"/>
            <a:ext cx="2032000" cy="346472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Données</a:t>
            </a:r>
          </a:p>
        </p:txBody>
      </p:sp>
    </p:spTree>
    <p:extLst>
      <p:ext uri="{BB962C8B-B14F-4D97-AF65-F5344CB8AC3E}">
        <p14:creationId xmlns:p14="http://schemas.microsoft.com/office/powerpoint/2010/main" val="2657592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7BCA4-490C-56A9-1B4E-C3DB0A1D9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14326E6-4F5E-983F-36B2-53ED06B14C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0" y="230109"/>
            <a:ext cx="12192000" cy="6397782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3D5BD74-9FBB-76B8-85C7-099BBD9D8879}"/>
              </a:ext>
            </a:extLst>
          </p:cNvPr>
          <p:cNvSpPr/>
          <p:nvPr/>
        </p:nvSpPr>
        <p:spPr>
          <a:xfrm>
            <a:off x="601472" y="2787174"/>
            <a:ext cx="2032000" cy="521208"/>
          </a:xfrm>
          <a:custGeom>
            <a:avLst/>
            <a:gdLst>
              <a:gd name="connsiteX0" fmla="*/ 0 w 2032000"/>
              <a:gd name="connsiteY0" fmla="*/ 86870 h 521208"/>
              <a:gd name="connsiteX1" fmla="*/ 86870 w 2032000"/>
              <a:gd name="connsiteY1" fmla="*/ 0 h 521208"/>
              <a:gd name="connsiteX2" fmla="*/ 551435 w 2032000"/>
              <a:gd name="connsiteY2" fmla="*/ 0 h 521208"/>
              <a:gd name="connsiteX3" fmla="*/ 1034583 w 2032000"/>
              <a:gd name="connsiteY3" fmla="*/ 0 h 521208"/>
              <a:gd name="connsiteX4" fmla="*/ 1499148 w 2032000"/>
              <a:gd name="connsiteY4" fmla="*/ 0 h 521208"/>
              <a:gd name="connsiteX5" fmla="*/ 1945130 w 2032000"/>
              <a:gd name="connsiteY5" fmla="*/ 0 h 521208"/>
              <a:gd name="connsiteX6" fmla="*/ 2032000 w 2032000"/>
              <a:gd name="connsiteY6" fmla="*/ 86870 h 521208"/>
              <a:gd name="connsiteX7" fmla="*/ 2032000 w 2032000"/>
              <a:gd name="connsiteY7" fmla="*/ 434338 h 521208"/>
              <a:gd name="connsiteX8" fmla="*/ 1945130 w 2032000"/>
              <a:gd name="connsiteY8" fmla="*/ 521208 h 521208"/>
              <a:gd name="connsiteX9" fmla="*/ 1499148 w 2032000"/>
              <a:gd name="connsiteY9" fmla="*/ 521208 h 521208"/>
              <a:gd name="connsiteX10" fmla="*/ 1053165 w 2032000"/>
              <a:gd name="connsiteY10" fmla="*/ 521208 h 521208"/>
              <a:gd name="connsiteX11" fmla="*/ 570018 w 2032000"/>
              <a:gd name="connsiteY11" fmla="*/ 521208 h 521208"/>
              <a:gd name="connsiteX12" fmla="*/ 86870 w 2032000"/>
              <a:gd name="connsiteY12" fmla="*/ 521208 h 521208"/>
              <a:gd name="connsiteX13" fmla="*/ 0 w 2032000"/>
              <a:gd name="connsiteY13" fmla="*/ 434338 h 521208"/>
              <a:gd name="connsiteX14" fmla="*/ 0 w 2032000"/>
              <a:gd name="connsiteY14" fmla="*/ 86870 h 52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32000" h="521208" extrusionOk="0">
                <a:moveTo>
                  <a:pt x="0" y="86870"/>
                </a:moveTo>
                <a:cubicBezTo>
                  <a:pt x="13286" y="40423"/>
                  <a:pt x="45259" y="-5638"/>
                  <a:pt x="86870" y="0"/>
                </a:cubicBezTo>
                <a:cubicBezTo>
                  <a:pt x="193696" y="-54600"/>
                  <a:pt x="401597" y="54611"/>
                  <a:pt x="551435" y="0"/>
                </a:cubicBezTo>
                <a:cubicBezTo>
                  <a:pt x="701274" y="-54611"/>
                  <a:pt x="820177" y="38376"/>
                  <a:pt x="1034583" y="0"/>
                </a:cubicBezTo>
                <a:cubicBezTo>
                  <a:pt x="1248989" y="-38376"/>
                  <a:pt x="1328481" y="52216"/>
                  <a:pt x="1499148" y="0"/>
                </a:cubicBezTo>
                <a:cubicBezTo>
                  <a:pt x="1669815" y="-52216"/>
                  <a:pt x="1751392" y="51099"/>
                  <a:pt x="1945130" y="0"/>
                </a:cubicBezTo>
                <a:cubicBezTo>
                  <a:pt x="1990320" y="-3963"/>
                  <a:pt x="2028961" y="30920"/>
                  <a:pt x="2032000" y="86870"/>
                </a:cubicBezTo>
                <a:cubicBezTo>
                  <a:pt x="2051451" y="205873"/>
                  <a:pt x="2007193" y="342469"/>
                  <a:pt x="2032000" y="434338"/>
                </a:cubicBezTo>
                <a:cubicBezTo>
                  <a:pt x="2027957" y="481286"/>
                  <a:pt x="1984951" y="529879"/>
                  <a:pt x="1945130" y="521208"/>
                </a:cubicBezTo>
                <a:cubicBezTo>
                  <a:pt x="1788597" y="533774"/>
                  <a:pt x="1681489" y="510114"/>
                  <a:pt x="1499148" y="521208"/>
                </a:cubicBezTo>
                <a:cubicBezTo>
                  <a:pt x="1316807" y="532302"/>
                  <a:pt x="1147248" y="507069"/>
                  <a:pt x="1053165" y="521208"/>
                </a:cubicBezTo>
                <a:cubicBezTo>
                  <a:pt x="959082" y="535347"/>
                  <a:pt x="696825" y="482973"/>
                  <a:pt x="570018" y="521208"/>
                </a:cubicBezTo>
                <a:cubicBezTo>
                  <a:pt x="443211" y="559443"/>
                  <a:pt x="326586" y="477611"/>
                  <a:pt x="86870" y="521208"/>
                </a:cubicBezTo>
                <a:cubicBezTo>
                  <a:pt x="45521" y="522914"/>
                  <a:pt x="6359" y="480275"/>
                  <a:pt x="0" y="434338"/>
                </a:cubicBezTo>
                <a:cubicBezTo>
                  <a:pt x="-32868" y="296720"/>
                  <a:pt x="23463" y="163629"/>
                  <a:pt x="0" y="86870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EA9DFEB-C19C-9839-AD62-64863FE0A62C}"/>
              </a:ext>
            </a:extLst>
          </p:cNvPr>
          <p:cNvSpPr txBox="1"/>
          <p:nvPr/>
        </p:nvSpPr>
        <p:spPr>
          <a:xfrm>
            <a:off x="2400808" y="2727611"/>
            <a:ext cx="2032000" cy="340519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Information du site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78DA2144-3934-9AC0-9936-E8B0BC98D90D}"/>
              </a:ext>
            </a:extLst>
          </p:cNvPr>
          <p:cNvSpPr/>
          <p:nvPr/>
        </p:nvSpPr>
        <p:spPr>
          <a:xfrm>
            <a:off x="226568" y="2715768"/>
            <a:ext cx="2406904" cy="1964450"/>
          </a:xfrm>
          <a:custGeom>
            <a:avLst/>
            <a:gdLst>
              <a:gd name="connsiteX0" fmla="*/ 0 w 2406904"/>
              <a:gd name="connsiteY0" fmla="*/ 43945 h 1964450"/>
              <a:gd name="connsiteX1" fmla="*/ 43945 w 2406904"/>
              <a:gd name="connsiteY1" fmla="*/ 0 h 1964450"/>
              <a:gd name="connsiteX2" fmla="*/ 623699 w 2406904"/>
              <a:gd name="connsiteY2" fmla="*/ 0 h 1964450"/>
              <a:gd name="connsiteX3" fmla="*/ 1226642 w 2406904"/>
              <a:gd name="connsiteY3" fmla="*/ 0 h 1964450"/>
              <a:gd name="connsiteX4" fmla="*/ 1806396 w 2406904"/>
              <a:gd name="connsiteY4" fmla="*/ 0 h 1964450"/>
              <a:gd name="connsiteX5" fmla="*/ 2362959 w 2406904"/>
              <a:gd name="connsiteY5" fmla="*/ 0 h 1964450"/>
              <a:gd name="connsiteX6" fmla="*/ 2406904 w 2406904"/>
              <a:gd name="connsiteY6" fmla="*/ 43945 h 1964450"/>
              <a:gd name="connsiteX7" fmla="*/ 2406904 w 2406904"/>
              <a:gd name="connsiteY7" fmla="*/ 513085 h 1964450"/>
              <a:gd name="connsiteX8" fmla="*/ 2406904 w 2406904"/>
              <a:gd name="connsiteY8" fmla="*/ 925928 h 1964450"/>
              <a:gd name="connsiteX9" fmla="*/ 2406904 w 2406904"/>
              <a:gd name="connsiteY9" fmla="*/ 1413834 h 1964450"/>
              <a:gd name="connsiteX10" fmla="*/ 2406904 w 2406904"/>
              <a:gd name="connsiteY10" fmla="*/ 1920505 h 1964450"/>
              <a:gd name="connsiteX11" fmla="*/ 2362959 w 2406904"/>
              <a:gd name="connsiteY11" fmla="*/ 1964450 h 1964450"/>
              <a:gd name="connsiteX12" fmla="*/ 1736825 w 2406904"/>
              <a:gd name="connsiteY12" fmla="*/ 1964450 h 1964450"/>
              <a:gd name="connsiteX13" fmla="*/ 1157072 w 2406904"/>
              <a:gd name="connsiteY13" fmla="*/ 1964450 h 1964450"/>
              <a:gd name="connsiteX14" fmla="*/ 554128 w 2406904"/>
              <a:gd name="connsiteY14" fmla="*/ 1964450 h 1964450"/>
              <a:gd name="connsiteX15" fmla="*/ 43945 w 2406904"/>
              <a:gd name="connsiteY15" fmla="*/ 1964450 h 1964450"/>
              <a:gd name="connsiteX16" fmla="*/ 0 w 2406904"/>
              <a:gd name="connsiteY16" fmla="*/ 1920505 h 1964450"/>
              <a:gd name="connsiteX17" fmla="*/ 0 w 2406904"/>
              <a:gd name="connsiteY17" fmla="*/ 1413834 h 1964450"/>
              <a:gd name="connsiteX18" fmla="*/ 0 w 2406904"/>
              <a:gd name="connsiteY18" fmla="*/ 944694 h 1964450"/>
              <a:gd name="connsiteX19" fmla="*/ 0 w 2406904"/>
              <a:gd name="connsiteY19" fmla="*/ 43945 h 196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406904" h="1964450" extrusionOk="0">
                <a:moveTo>
                  <a:pt x="0" y="43945"/>
                </a:moveTo>
                <a:cubicBezTo>
                  <a:pt x="3168" y="20040"/>
                  <a:pt x="23245" y="-3161"/>
                  <a:pt x="43945" y="0"/>
                </a:cubicBezTo>
                <a:cubicBezTo>
                  <a:pt x="288720" y="-57923"/>
                  <a:pt x="354454" y="65967"/>
                  <a:pt x="623699" y="0"/>
                </a:cubicBezTo>
                <a:cubicBezTo>
                  <a:pt x="892944" y="-65967"/>
                  <a:pt x="1095518" y="37037"/>
                  <a:pt x="1226642" y="0"/>
                </a:cubicBezTo>
                <a:cubicBezTo>
                  <a:pt x="1357766" y="-37037"/>
                  <a:pt x="1672772" y="41247"/>
                  <a:pt x="1806396" y="0"/>
                </a:cubicBezTo>
                <a:cubicBezTo>
                  <a:pt x="1940020" y="-41247"/>
                  <a:pt x="2148425" y="29814"/>
                  <a:pt x="2362959" y="0"/>
                </a:cubicBezTo>
                <a:cubicBezTo>
                  <a:pt x="2384688" y="-3612"/>
                  <a:pt x="2405267" y="15381"/>
                  <a:pt x="2406904" y="43945"/>
                </a:cubicBezTo>
                <a:cubicBezTo>
                  <a:pt x="2433112" y="214156"/>
                  <a:pt x="2361815" y="352479"/>
                  <a:pt x="2406904" y="513085"/>
                </a:cubicBezTo>
                <a:cubicBezTo>
                  <a:pt x="2451993" y="673691"/>
                  <a:pt x="2401720" y="823386"/>
                  <a:pt x="2406904" y="925928"/>
                </a:cubicBezTo>
                <a:cubicBezTo>
                  <a:pt x="2412088" y="1028470"/>
                  <a:pt x="2392065" y="1309548"/>
                  <a:pt x="2406904" y="1413834"/>
                </a:cubicBezTo>
                <a:cubicBezTo>
                  <a:pt x="2421743" y="1518120"/>
                  <a:pt x="2404063" y="1680190"/>
                  <a:pt x="2406904" y="1920505"/>
                </a:cubicBezTo>
                <a:cubicBezTo>
                  <a:pt x="2402038" y="1940307"/>
                  <a:pt x="2389000" y="1963951"/>
                  <a:pt x="2362959" y="1964450"/>
                </a:cubicBezTo>
                <a:cubicBezTo>
                  <a:pt x="2062951" y="2019075"/>
                  <a:pt x="2035045" y="1956581"/>
                  <a:pt x="1736825" y="1964450"/>
                </a:cubicBezTo>
                <a:cubicBezTo>
                  <a:pt x="1438605" y="1972319"/>
                  <a:pt x="1433317" y="1948115"/>
                  <a:pt x="1157072" y="1964450"/>
                </a:cubicBezTo>
                <a:cubicBezTo>
                  <a:pt x="880827" y="1980785"/>
                  <a:pt x="844180" y="1937478"/>
                  <a:pt x="554128" y="1964450"/>
                </a:cubicBezTo>
                <a:cubicBezTo>
                  <a:pt x="264076" y="1991422"/>
                  <a:pt x="165633" y="1962376"/>
                  <a:pt x="43945" y="1964450"/>
                </a:cubicBezTo>
                <a:cubicBezTo>
                  <a:pt x="19956" y="1960979"/>
                  <a:pt x="2569" y="1950677"/>
                  <a:pt x="0" y="1920505"/>
                </a:cubicBezTo>
                <a:cubicBezTo>
                  <a:pt x="-28119" y="1690370"/>
                  <a:pt x="47720" y="1588723"/>
                  <a:pt x="0" y="1413834"/>
                </a:cubicBezTo>
                <a:cubicBezTo>
                  <a:pt x="-47720" y="1238945"/>
                  <a:pt x="33207" y="1174946"/>
                  <a:pt x="0" y="944694"/>
                </a:cubicBezTo>
                <a:cubicBezTo>
                  <a:pt x="-33207" y="714442"/>
                  <a:pt x="103670" y="379686"/>
                  <a:pt x="0" y="43945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>
                      <a:gd name="adj" fmla="val 2237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EBE4A44-DDAC-3F0F-3940-D8A15E164342}"/>
              </a:ext>
            </a:extLst>
          </p:cNvPr>
          <p:cNvSpPr txBox="1"/>
          <p:nvPr/>
        </p:nvSpPr>
        <p:spPr>
          <a:xfrm>
            <a:off x="2706624" y="3429000"/>
            <a:ext cx="2032000" cy="831533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Les années d’extraction des données 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A749EA04-E10E-A941-DAF9-4248F671B078}"/>
              </a:ext>
            </a:extLst>
          </p:cNvPr>
          <p:cNvSpPr/>
          <p:nvPr/>
        </p:nvSpPr>
        <p:spPr>
          <a:xfrm>
            <a:off x="313437" y="3810222"/>
            <a:ext cx="7737856" cy="2405626"/>
          </a:xfrm>
          <a:custGeom>
            <a:avLst/>
            <a:gdLst>
              <a:gd name="connsiteX0" fmla="*/ 0 w 7737856"/>
              <a:gd name="connsiteY0" fmla="*/ 53814 h 2405626"/>
              <a:gd name="connsiteX1" fmla="*/ 53814 w 7737856"/>
              <a:gd name="connsiteY1" fmla="*/ 0 h 2405626"/>
              <a:gd name="connsiteX2" fmla="*/ 640755 w 7737856"/>
              <a:gd name="connsiteY2" fmla="*/ 0 h 2405626"/>
              <a:gd name="connsiteX3" fmla="*/ 1303998 w 7737856"/>
              <a:gd name="connsiteY3" fmla="*/ 0 h 2405626"/>
              <a:gd name="connsiteX4" fmla="*/ 1890938 w 7737856"/>
              <a:gd name="connsiteY4" fmla="*/ 0 h 2405626"/>
              <a:gd name="connsiteX5" fmla="*/ 2248972 w 7737856"/>
              <a:gd name="connsiteY5" fmla="*/ 0 h 2405626"/>
              <a:gd name="connsiteX6" fmla="*/ 2683308 w 7737856"/>
              <a:gd name="connsiteY6" fmla="*/ 0 h 2405626"/>
              <a:gd name="connsiteX7" fmla="*/ 3117644 w 7737856"/>
              <a:gd name="connsiteY7" fmla="*/ 0 h 2405626"/>
              <a:gd name="connsiteX8" fmla="*/ 3551980 w 7737856"/>
              <a:gd name="connsiteY8" fmla="*/ 0 h 2405626"/>
              <a:gd name="connsiteX9" fmla="*/ 3910014 w 7737856"/>
              <a:gd name="connsiteY9" fmla="*/ 0 h 2405626"/>
              <a:gd name="connsiteX10" fmla="*/ 4573257 w 7737856"/>
              <a:gd name="connsiteY10" fmla="*/ 0 h 2405626"/>
              <a:gd name="connsiteX11" fmla="*/ 5160197 w 7737856"/>
              <a:gd name="connsiteY11" fmla="*/ 0 h 2405626"/>
              <a:gd name="connsiteX12" fmla="*/ 5670836 w 7737856"/>
              <a:gd name="connsiteY12" fmla="*/ 0 h 2405626"/>
              <a:gd name="connsiteX13" fmla="*/ 6334079 w 7737856"/>
              <a:gd name="connsiteY13" fmla="*/ 0 h 2405626"/>
              <a:gd name="connsiteX14" fmla="*/ 7073624 w 7737856"/>
              <a:gd name="connsiteY14" fmla="*/ 0 h 2405626"/>
              <a:gd name="connsiteX15" fmla="*/ 7684042 w 7737856"/>
              <a:gd name="connsiteY15" fmla="*/ 0 h 2405626"/>
              <a:gd name="connsiteX16" fmla="*/ 7737856 w 7737856"/>
              <a:gd name="connsiteY16" fmla="*/ 53814 h 2405626"/>
              <a:gd name="connsiteX17" fmla="*/ 7737856 w 7737856"/>
              <a:gd name="connsiteY17" fmla="*/ 674273 h 2405626"/>
              <a:gd name="connsiteX18" fmla="*/ 7737856 w 7737856"/>
              <a:gd name="connsiteY18" fmla="*/ 1179833 h 2405626"/>
              <a:gd name="connsiteX19" fmla="*/ 7737856 w 7737856"/>
              <a:gd name="connsiteY19" fmla="*/ 1800292 h 2405626"/>
              <a:gd name="connsiteX20" fmla="*/ 7737856 w 7737856"/>
              <a:gd name="connsiteY20" fmla="*/ 2351812 h 2405626"/>
              <a:gd name="connsiteX21" fmla="*/ 7684042 w 7737856"/>
              <a:gd name="connsiteY21" fmla="*/ 2405626 h 2405626"/>
              <a:gd name="connsiteX22" fmla="*/ 6944497 w 7737856"/>
              <a:gd name="connsiteY22" fmla="*/ 2405626 h 2405626"/>
              <a:gd name="connsiteX23" fmla="*/ 6204952 w 7737856"/>
              <a:gd name="connsiteY23" fmla="*/ 2405626 h 2405626"/>
              <a:gd name="connsiteX24" fmla="*/ 5846918 w 7737856"/>
              <a:gd name="connsiteY24" fmla="*/ 2405626 h 2405626"/>
              <a:gd name="connsiteX25" fmla="*/ 5183675 w 7737856"/>
              <a:gd name="connsiteY25" fmla="*/ 2405626 h 2405626"/>
              <a:gd name="connsiteX26" fmla="*/ 4520432 w 7737856"/>
              <a:gd name="connsiteY26" fmla="*/ 2405626 h 2405626"/>
              <a:gd name="connsiteX27" fmla="*/ 4009794 w 7737856"/>
              <a:gd name="connsiteY27" fmla="*/ 2405626 h 2405626"/>
              <a:gd name="connsiteX28" fmla="*/ 3346551 w 7737856"/>
              <a:gd name="connsiteY28" fmla="*/ 2405626 h 2405626"/>
              <a:gd name="connsiteX29" fmla="*/ 2912215 w 7737856"/>
              <a:gd name="connsiteY29" fmla="*/ 2405626 h 2405626"/>
              <a:gd name="connsiteX30" fmla="*/ 2477879 w 7737856"/>
              <a:gd name="connsiteY30" fmla="*/ 2405626 h 2405626"/>
              <a:gd name="connsiteX31" fmla="*/ 2043543 w 7737856"/>
              <a:gd name="connsiteY31" fmla="*/ 2405626 h 2405626"/>
              <a:gd name="connsiteX32" fmla="*/ 1380300 w 7737856"/>
              <a:gd name="connsiteY32" fmla="*/ 2405626 h 2405626"/>
              <a:gd name="connsiteX33" fmla="*/ 1022266 w 7737856"/>
              <a:gd name="connsiteY33" fmla="*/ 2405626 h 2405626"/>
              <a:gd name="connsiteX34" fmla="*/ 53814 w 7737856"/>
              <a:gd name="connsiteY34" fmla="*/ 2405626 h 2405626"/>
              <a:gd name="connsiteX35" fmla="*/ 0 w 7737856"/>
              <a:gd name="connsiteY35" fmla="*/ 2351812 h 2405626"/>
              <a:gd name="connsiteX36" fmla="*/ 0 w 7737856"/>
              <a:gd name="connsiteY36" fmla="*/ 1846252 h 2405626"/>
              <a:gd name="connsiteX37" fmla="*/ 0 w 7737856"/>
              <a:gd name="connsiteY37" fmla="*/ 1340693 h 2405626"/>
              <a:gd name="connsiteX38" fmla="*/ 0 w 7737856"/>
              <a:gd name="connsiteY38" fmla="*/ 743213 h 2405626"/>
              <a:gd name="connsiteX39" fmla="*/ 0 w 7737856"/>
              <a:gd name="connsiteY39" fmla="*/ 53814 h 2405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7737856" h="2405626" extrusionOk="0">
                <a:moveTo>
                  <a:pt x="0" y="53814"/>
                </a:moveTo>
                <a:cubicBezTo>
                  <a:pt x="4559" y="24618"/>
                  <a:pt x="28055" y="-3508"/>
                  <a:pt x="53814" y="0"/>
                </a:cubicBezTo>
                <a:cubicBezTo>
                  <a:pt x="293699" y="-2837"/>
                  <a:pt x="422040" y="51379"/>
                  <a:pt x="640755" y="0"/>
                </a:cubicBezTo>
                <a:cubicBezTo>
                  <a:pt x="859470" y="-51379"/>
                  <a:pt x="1160034" y="56186"/>
                  <a:pt x="1303998" y="0"/>
                </a:cubicBezTo>
                <a:cubicBezTo>
                  <a:pt x="1447962" y="-56186"/>
                  <a:pt x="1757300" y="6126"/>
                  <a:pt x="1890938" y="0"/>
                </a:cubicBezTo>
                <a:cubicBezTo>
                  <a:pt x="2024576" y="-6126"/>
                  <a:pt x="2148385" y="38078"/>
                  <a:pt x="2248972" y="0"/>
                </a:cubicBezTo>
                <a:cubicBezTo>
                  <a:pt x="2349559" y="-38078"/>
                  <a:pt x="2539845" y="14794"/>
                  <a:pt x="2683308" y="0"/>
                </a:cubicBezTo>
                <a:cubicBezTo>
                  <a:pt x="2826771" y="-14794"/>
                  <a:pt x="2993863" y="16721"/>
                  <a:pt x="3117644" y="0"/>
                </a:cubicBezTo>
                <a:cubicBezTo>
                  <a:pt x="3241425" y="-16721"/>
                  <a:pt x="3441940" y="19960"/>
                  <a:pt x="3551980" y="0"/>
                </a:cubicBezTo>
                <a:cubicBezTo>
                  <a:pt x="3662020" y="-19960"/>
                  <a:pt x="3768415" y="37644"/>
                  <a:pt x="3910014" y="0"/>
                </a:cubicBezTo>
                <a:cubicBezTo>
                  <a:pt x="4051613" y="-37644"/>
                  <a:pt x="4405174" y="3993"/>
                  <a:pt x="4573257" y="0"/>
                </a:cubicBezTo>
                <a:cubicBezTo>
                  <a:pt x="4741340" y="-3993"/>
                  <a:pt x="4933514" y="30426"/>
                  <a:pt x="5160197" y="0"/>
                </a:cubicBezTo>
                <a:cubicBezTo>
                  <a:pt x="5386880" y="-30426"/>
                  <a:pt x="5561674" y="57729"/>
                  <a:pt x="5670836" y="0"/>
                </a:cubicBezTo>
                <a:cubicBezTo>
                  <a:pt x="5779998" y="-57729"/>
                  <a:pt x="6148367" y="45785"/>
                  <a:pt x="6334079" y="0"/>
                </a:cubicBezTo>
                <a:cubicBezTo>
                  <a:pt x="6519791" y="-45785"/>
                  <a:pt x="6877575" y="52713"/>
                  <a:pt x="7073624" y="0"/>
                </a:cubicBezTo>
                <a:cubicBezTo>
                  <a:pt x="7269674" y="-52713"/>
                  <a:pt x="7466888" y="30115"/>
                  <a:pt x="7684042" y="0"/>
                </a:cubicBezTo>
                <a:cubicBezTo>
                  <a:pt x="7715621" y="3623"/>
                  <a:pt x="7737596" y="25100"/>
                  <a:pt x="7737856" y="53814"/>
                </a:cubicBezTo>
                <a:cubicBezTo>
                  <a:pt x="7794269" y="246246"/>
                  <a:pt x="7665191" y="463085"/>
                  <a:pt x="7737856" y="674273"/>
                </a:cubicBezTo>
                <a:cubicBezTo>
                  <a:pt x="7810521" y="885461"/>
                  <a:pt x="7678060" y="1059428"/>
                  <a:pt x="7737856" y="1179833"/>
                </a:cubicBezTo>
                <a:cubicBezTo>
                  <a:pt x="7797652" y="1300238"/>
                  <a:pt x="7722886" y="1559121"/>
                  <a:pt x="7737856" y="1800292"/>
                </a:cubicBezTo>
                <a:cubicBezTo>
                  <a:pt x="7752826" y="2041463"/>
                  <a:pt x="7728963" y="2108318"/>
                  <a:pt x="7737856" y="2351812"/>
                </a:cubicBezTo>
                <a:cubicBezTo>
                  <a:pt x="7735841" y="2380096"/>
                  <a:pt x="7717556" y="2412113"/>
                  <a:pt x="7684042" y="2405626"/>
                </a:cubicBezTo>
                <a:cubicBezTo>
                  <a:pt x="7405605" y="2478441"/>
                  <a:pt x="7201065" y="2328785"/>
                  <a:pt x="6944497" y="2405626"/>
                </a:cubicBezTo>
                <a:cubicBezTo>
                  <a:pt x="6687930" y="2482467"/>
                  <a:pt x="6557203" y="2352401"/>
                  <a:pt x="6204952" y="2405626"/>
                </a:cubicBezTo>
                <a:cubicBezTo>
                  <a:pt x="5852701" y="2458851"/>
                  <a:pt x="5979231" y="2390631"/>
                  <a:pt x="5846918" y="2405626"/>
                </a:cubicBezTo>
                <a:cubicBezTo>
                  <a:pt x="5714605" y="2420621"/>
                  <a:pt x="5456829" y="2342908"/>
                  <a:pt x="5183675" y="2405626"/>
                </a:cubicBezTo>
                <a:cubicBezTo>
                  <a:pt x="4910521" y="2468344"/>
                  <a:pt x="4718495" y="2362589"/>
                  <a:pt x="4520432" y="2405626"/>
                </a:cubicBezTo>
                <a:cubicBezTo>
                  <a:pt x="4322369" y="2448663"/>
                  <a:pt x="4246096" y="2347516"/>
                  <a:pt x="4009794" y="2405626"/>
                </a:cubicBezTo>
                <a:cubicBezTo>
                  <a:pt x="3773492" y="2463736"/>
                  <a:pt x="3527912" y="2345523"/>
                  <a:pt x="3346551" y="2405626"/>
                </a:cubicBezTo>
                <a:cubicBezTo>
                  <a:pt x="3165190" y="2465729"/>
                  <a:pt x="3012268" y="2372553"/>
                  <a:pt x="2912215" y="2405626"/>
                </a:cubicBezTo>
                <a:cubicBezTo>
                  <a:pt x="2812162" y="2438699"/>
                  <a:pt x="2612664" y="2375930"/>
                  <a:pt x="2477879" y="2405626"/>
                </a:cubicBezTo>
                <a:cubicBezTo>
                  <a:pt x="2343094" y="2435322"/>
                  <a:pt x="2223789" y="2378464"/>
                  <a:pt x="2043543" y="2405626"/>
                </a:cubicBezTo>
                <a:cubicBezTo>
                  <a:pt x="1863297" y="2432788"/>
                  <a:pt x="1659511" y="2373947"/>
                  <a:pt x="1380300" y="2405626"/>
                </a:cubicBezTo>
                <a:cubicBezTo>
                  <a:pt x="1101089" y="2437305"/>
                  <a:pt x="1131466" y="2395623"/>
                  <a:pt x="1022266" y="2405626"/>
                </a:cubicBezTo>
                <a:cubicBezTo>
                  <a:pt x="913066" y="2415629"/>
                  <a:pt x="419499" y="2311083"/>
                  <a:pt x="53814" y="2405626"/>
                </a:cubicBezTo>
                <a:cubicBezTo>
                  <a:pt x="25135" y="2407087"/>
                  <a:pt x="-4180" y="2379342"/>
                  <a:pt x="0" y="2351812"/>
                </a:cubicBezTo>
                <a:cubicBezTo>
                  <a:pt x="-1745" y="2243924"/>
                  <a:pt x="19419" y="2031795"/>
                  <a:pt x="0" y="1846252"/>
                </a:cubicBezTo>
                <a:cubicBezTo>
                  <a:pt x="-19419" y="1660709"/>
                  <a:pt x="31517" y="1576189"/>
                  <a:pt x="0" y="1340693"/>
                </a:cubicBezTo>
                <a:cubicBezTo>
                  <a:pt x="-31517" y="1105197"/>
                  <a:pt x="20587" y="1022475"/>
                  <a:pt x="0" y="743213"/>
                </a:cubicBezTo>
                <a:cubicBezTo>
                  <a:pt x="-20587" y="463951"/>
                  <a:pt x="2777" y="257214"/>
                  <a:pt x="0" y="53814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>
                      <a:gd name="adj" fmla="val 2237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BC2615D-0429-0BD6-3767-6244964F13E4}"/>
              </a:ext>
            </a:extLst>
          </p:cNvPr>
          <p:cNvSpPr txBox="1"/>
          <p:nvPr/>
        </p:nvSpPr>
        <p:spPr>
          <a:xfrm>
            <a:off x="8009636" y="5701407"/>
            <a:ext cx="2032000" cy="346472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Données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6EC0D7F-E4E8-E462-62FA-3FF09621A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16" y="2529183"/>
            <a:ext cx="11607592" cy="387399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C02A19F-1C86-BF01-0C83-6447FA92A893}"/>
              </a:ext>
            </a:extLst>
          </p:cNvPr>
          <p:cNvSpPr txBox="1"/>
          <p:nvPr/>
        </p:nvSpPr>
        <p:spPr>
          <a:xfrm>
            <a:off x="3166364" y="2050874"/>
            <a:ext cx="5191251" cy="346472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Liste des </a:t>
            </a:r>
            <a:r>
              <a:rPr lang="fr-FR" sz="1400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abreveations</a:t>
            </a:r>
            <a:endParaRPr lang="fr-FR" sz="14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1303E7E-F3E5-2E09-8DA9-6DA66C07B4D1}"/>
              </a:ext>
            </a:extLst>
          </p:cNvPr>
          <p:cNvSpPr txBox="1"/>
          <p:nvPr/>
        </p:nvSpPr>
        <p:spPr>
          <a:xfrm>
            <a:off x="3166363" y="92177"/>
            <a:ext cx="5191251" cy="346472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Naviguer le fichier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171A865A-9126-B2AF-EB3C-A5BF51F66DE6}"/>
                  </a:ext>
                </a:extLst>
              </p:cNvPr>
              <p:cNvSpPr txBox="1"/>
              <p:nvPr/>
            </p:nvSpPr>
            <p:spPr>
              <a:xfrm>
                <a:off x="193549" y="626283"/>
                <a:ext cx="3765803" cy="346472"/>
              </a:xfrm>
              <a:prstGeom prst="roundRect">
                <a:avLst>
                  <a:gd name="adj" fmla="val 19352"/>
                </a:avLst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>
                    <a:solidFill>
                      <a:schemeClr val="bg1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Selectioner la colonne</a:t>
                </a:r>
                <a14:m>
                  <m:oMath xmlns:m="http://schemas.openxmlformats.org/officeDocument/2006/math">
                    <m:r>
                      <a:rPr lang="fr-FR" sz="1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= </m:t>
                    </m:r>
                    <m:r>
                      <a:rPr lang="fr-FR" sz="1400" i="1" dirty="0" err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𝐶𝑡</m:t>
                    </m:r>
                    <m:r>
                      <a:rPr lang="fr-FR" sz="1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𝑟𝑙</m:t>
                    </m:r>
                    <m:r>
                      <a:rPr lang="fr-FR" sz="1400" i="1" dirty="0" err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+</m:t>
                    </m:r>
                    <m:r>
                      <a:rPr lang="fr-FR" sz="1400" i="1" dirty="0" err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𝑆h𝑖𝑓𝑡</m:t>
                    </m:r>
                    <m:r>
                      <a:rPr lang="fr-FR" sz="14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+</m:t>
                    </m:r>
                    <m:r>
                      <a:rPr lang="fr-FR" sz="1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0"/>
                      </a:rPr>
                      <m:t>↓</m:t>
                    </m:r>
                  </m:oMath>
                </a14:m>
                <a:endParaRPr lang="fr-FR" sz="14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171A865A-9126-B2AF-EB3C-A5BF51F66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49" y="626283"/>
                <a:ext cx="3765803" cy="346472"/>
              </a:xfrm>
              <a:prstGeom prst="roundRect">
                <a:avLst>
                  <a:gd name="adj" fmla="val 19352"/>
                </a:avLst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6550C4D2-3CE3-EFD6-D058-56969277B9B5}"/>
                  </a:ext>
                </a:extLst>
              </p:cNvPr>
              <p:cNvSpPr txBox="1"/>
              <p:nvPr/>
            </p:nvSpPr>
            <p:spPr>
              <a:xfrm>
                <a:off x="193548" y="1206410"/>
                <a:ext cx="3765803" cy="346472"/>
              </a:xfrm>
              <a:prstGeom prst="roundRect">
                <a:avLst>
                  <a:gd name="adj" fmla="val 19352"/>
                </a:avLst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>
                    <a:solidFill>
                      <a:schemeClr val="bg1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Selectioner la ligne= </a:t>
                </a:r>
                <a14:m>
                  <m:oMath xmlns:m="http://schemas.openxmlformats.org/officeDocument/2006/math">
                    <m:r>
                      <a:rPr lang="fr-FR" sz="1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𝐶𝑡𝑟</m:t>
                    </m:r>
                    <m:r>
                      <a:rPr lang="fr-FR" sz="1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𝑙</m:t>
                    </m:r>
                    <m:r>
                      <a:rPr lang="fr-FR" sz="1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+</m:t>
                    </m:r>
                    <m:r>
                      <a:rPr lang="fr-FR" sz="1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𝑆h𝑖𝑓𝑡</m:t>
                    </m:r>
                    <m:r>
                      <a:rPr lang="fr-FR" sz="14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+</m:t>
                    </m:r>
                    <m:r>
                      <a:rPr lang="fr-FR" sz="1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0"/>
                      </a:rPr>
                      <m:t>→</m:t>
                    </m:r>
                  </m:oMath>
                </a14:m>
                <a:endParaRPr lang="fr-FR" sz="14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6550C4D2-3CE3-EFD6-D058-56969277B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48" y="1206410"/>
                <a:ext cx="3765803" cy="346472"/>
              </a:xfrm>
              <a:prstGeom prst="roundRect">
                <a:avLst>
                  <a:gd name="adj" fmla="val 19352"/>
                </a:avLst>
              </a:prstGeom>
              <a:blipFill>
                <a:blip r:embed="rId5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33E8EC6F-19C4-FCA6-D83F-DFB57E7A40FD}"/>
                  </a:ext>
                </a:extLst>
              </p:cNvPr>
              <p:cNvSpPr txBox="1"/>
              <p:nvPr/>
            </p:nvSpPr>
            <p:spPr>
              <a:xfrm>
                <a:off x="4049269" y="606504"/>
                <a:ext cx="4183381" cy="346472"/>
              </a:xfrm>
              <a:prstGeom prst="roundRect">
                <a:avLst>
                  <a:gd name="adj" fmla="val 19352"/>
                </a:avLst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>
                    <a:solidFill>
                      <a:schemeClr val="bg1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Déplacer vers la fin du colonne</a:t>
                </a:r>
                <a14:m>
                  <m:oMath xmlns:m="http://schemas.openxmlformats.org/officeDocument/2006/math">
                    <m:r>
                      <a:rPr lang="fr-FR" sz="14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= </m:t>
                    </m:r>
                    <m:r>
                      <m:rPr>
                        <m:sty m:val="p"/>
                      </m:rPr>
                      <a:rPr lang="fr-FR" sz="1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Ctr</m:t>
                    </m:r>
                    <m:r>
                      <a:rPr lang="fr-FR" sz="1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𝑙</m:t>
                    </m:r>
                    <m:r>
                      <a:rPr lang="fr-FR" sz="1400" b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+</m:t>
                    </m:r>
                    <m:r>
                      <a:rPr lang="fr-FR" sz="1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0"/>
                      </a:rPr>
                      <m:t>↓</m:t>
                    </m:r>
                  </m:oMath>
                </a14:m>
                <a:endParaRPr lang="fr-FR" sz="14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33E8EC6F-19C4-FCA6-D83F-DFB57E7A4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269" y="606504"/>
                <a:ext cx="4183381" cy="346472"/>
              </a:xfrm>
              <a:prstGeom prst="roundRect">
                <a:avLst>
                  <a:gd name="adj" fmla="val 19352"/>
                </a:avLst>
              </a:prstGeom>
              <a:blipFill>
                <a:blip r:embed="rId6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B7366CF5-A280-319C-D0BD-7D84F0DAA49D}"/>
                  </a:ext>
                </a:extLst>
              </p:cNvPr>
              <p:cNvSpPr txBox="1"/>
              <p:nvPr/>
            </p:nvSpPr>
            <p:spPr>
              <a:xfrm>
                <a:off x="4049268" y="1186631"/>
                <a:ext cx="4183381" cy="346472"/>
              </a:xfrm>
              <a:prstGeom prst="roundRect">
                <a:avLst>
                  <a:gd name="adj" fmla="val 19352"/>
                </a:avLst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>
                    <a:solidFill>
                      <a:schemeClr val="bg1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Déplacer vers la fin du colonne</a:t>
                </a:r>
                <a14:m>
                  <m:oMath xmlns:m="http://schemas.openxmlformats.org/officeDocument/2006/math">
                    <m:r>
                      <a:rPr lang="fr-FR" sz="14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= </m:t>
                    </m:r>
                    <m:r>
                      <m:rPr>
                        <m:sty m:val="p"/>
                      </m:rPr>
                      <a:rPr lang="fr-FR" sz="1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Ctr</m:t>
                    </m:r>
                    <m:r>
                      <a:rPr lang="fr-FR" sz="1400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𝐥</m:t>
                    </m:r>
                    <m:r>
                      <a:rPr lang="fr-FR" sz="1400" b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+</m:t>
                    </m:r>
                    <m:r>
                      <a:rPr lang="fr-FR" sz="1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0"/>
                      </a:rPr>
                      <m:t>→</m:t>
                    </m:r>
                  </m:oMath>
                </a14:m>
                <a:endParaRPr lang="fr-FR" sz="14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B7366CF5-A280-319C-D0BD-7D84F0DAA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268" y="1186631"/>
                <a:ext cx="4183381" cy="346472"/>
              </a:xfrm>
              <a:prstGeom prst="roundRect">
                <a:avLst>
                  <a:gd name="adj" fmla="val 19352"/>
                </a:avLst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BE9B9103-D445-8E07-D3F7-E1773917FDB9}"/>
                  </a:ext>
                </a:extLst>
              </p:cNvPr>
              <p:cNvSpPr txBox="1"/>
              <p:nvPr/>
            </p:nvSpPr>
            <p:spPr>
              <a:xfrm>
                <a:off x="8576841" y="570486"/>
                <a:ext cx="3184167" cy="346472"/>
              </a:xfrm>
              <a:prstGeom prst="roundRect">
                <a:avLst>
                  <a:gd name="adj" fmla="val 19352"/>
                </a:avLst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>
                    <a:solidFill>
                      <a:schemeClr val="bg1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Trouver / Remplacer </a:t>
                </a:r>
                <a14:m>
                  <m:oMath xmlns:m="http://schemas.openxmlformats.org/officeDocument/2006/math">
                    <m:r>
                      <a:rPr lang="fr-FR" sz="1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= </m:t>
                    </m:r>
                    <m:r>
                      <a:rPr lang="fr-FR" sz="1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𝐶𝑇𝑅𝐿</m:t>
                    </m:r>
                    <m:r>
                      <a:rPr lang="fr-FR" sz="1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 + </m:t>
                    </m:r>
                    <m:r>
                      <a:rPr lang="fr-FR" sz="1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rPr>
                      <m:t>𝐹</m:t>
                    </m:r>
                  </m:oMath>
                </a14:m>
                <a:endParaRPr lang="fr-FR" sz="1400" b="1" dirty="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BE9B9103-D445-8E07-D3F7-E1773917F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841" y="570486"/>
                <a:ext cx="3184167" cy="346472"/>
              </a:xfrm>
              <a:prstGeom prst="roundRect">
                <a:avLst>
                  <a:gd name="adj" fmla="val 19352"/>
                </a:avLst>
              </a:prstGeom>
              <a:blipFill>
                <a:blip r:embed="rId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6468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721E781-2D19-9270-EE45-0A130259820B}"/>
              </a:ext>
            </a:extLst>
          </p:cNvPr>
          <p:cNvSpPr txBox="1"/>
          <p:nvPr/>
        </p:nvSpPr>
        <p:spPr>
          <a:xfrm>
            <a:off x="3166363" y="92177"/>
            <a:ext cx="5191251" cy="346472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Objectif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CCD0A84-3A8D-EA13-0656-38086869C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487603"/>
            <a:ext cx="11247120" cy="6323940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DC1DEB1-3FF0-CC3F-31F3-EF9E92162A98}"/>
              </a:ext>
            </a:extLst>
          </p:cNvPr>
          <p:cNvSpPr/>
          <p:nvPr/>
        </p:nvSpPr>
        <p:spPr>
          <a:xfrm>
            <a:off x="3737864" y="4398264"/>
            <a:ext cx="2534920" cy="228600"/>
          </a:xfrm>
          <a:custGeom>
            <a:avLst/>
            <a:gdLst>
              <a:gd name="connsiteX0" fmla="*/ 0 w 2534920"/>
              <a:gd name="connsiteY0" fmla="*/ 38101 h 228600"/>
              <a:gd name="connsiteX1" fmla="*/ 38101 w 2534920"/>
              <a:gd name="connsiteY1" fmla="*/ 0 h 228600"/>
              <a:gd name="connsiteX2" fmla="*/ 529845 w 2534920"/>
              <a:gd name="connsiteY2" fmla="*/ 0 h 228600"/>
              <a:gd name="connsiteX3" fmla="*/ 1046175 w 2534920"/>
              <a:gd name="connsiteY3" fmla="*/ 0 h 228600"/>
              <a:gd name="connsiteX4" fmla="*/ 1537919 w 2534920"/>
              <a:gd name="connsiteY4" fmla="*/ 0 h 228600"/>
              <a:gd name="connsiteX5" fmla="*/ 1955901 w 2534920"/>
              <a:gd name="connsiteY5" fmla="*/ 0 h 228600"/>
              <a:gd name="connsiteX6" fmla="*/ 2496819 w 2534920"/>
              <a:gd name="connsiteY6" fmla="*/ 0 h 228600"/>
              <a:gd name="connsiteX7" fmla="*/ 2534920 w 2534920"/>
              <a:gd name="connsiteY7" fmla="*/ 38101 h 228600"/>
              <a:gd name="connsiteX8" fmla="*/ 2534920 w 2534920"/>
              <a:gd name="connsiteY8" fmla="*/ 190499 h 228600"/>
              <a:gd name="connsiteX9" fmla="*/ 2496819 w 2534920"/>
              <a:gd name="connsiteY9" fmla="*/ 228600 h 228600"/>
              <a:gd name="connsiteX10" fmla="*/ 1955901 w 2534920"/>
              <a:gd name="connsiteY10" fmla="*/ 228600 h 228600"/>
              <a:gd name="connsiteX11" fmla="*/ 1439570 w 2534920"/>
              <a:gd name="connsiteY11" fmla="*/ 228600 h 228600"/>
              <a:gd name="connsiteX12" fmla="*/ 898652 w 2534920"/>
              <a:gd name="connsiteY12" fmla="*/ 228600 h 228600"/>
              <a:gd name="connsiteX13" fmla="*/ 38101 w 2534920"/>
              <a:gd name="connsiteY13" fmla="*/ 228600 h 228600"/>
              <a:gd name="connsiteX14" fmla="*/ 0 w 2534920"/>
              <a:gd name="connsiteY14" fmla="*/ 190499 h 228600"/>
              <a:gd name="connsiteX15" fmla="*/ 0 w 2534920"/>
              <a:gd name="connsiteY15" fmla="*/ 3810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34920" h="228600" extrusionOk="0">
                <a:moveTo>
                  <a:pt x="0" y="38101"/>
                </a:moveTo>
                <a:cubicBezTo>
                  <a:pt x="4572" y="17585"/>
                  <a:pt x="19400" y="-2074"/>
                  <a:pt x="38101" y="0"/>
                </a:cubicBezTo>
                <a:cubicBezTo>
                  <a:pt x="206481" y="-32824"/>
                  <a:pt x="351774" y="31179"/>
                  <a:pt x="529845" y="0"/>
                </a:cubicBezTo>
                <a:cubicBezTo>
                  <a:pt x="707916" y="-31179"/>
                  <a:pt x="842128" y="22276"/>
                  <a:pt x="1046175" y="0"/>
                </a:cubicBezTo>
                <a:cubicBezTo>
                  <a:pt x="1250222" y="-22276"/>
                  <a:pt x="1407536" y="35553"/>
                  <a:pt x="1537919" y="0"/>
                </a:cubicBezTo>
                <a:cubicBezTo>
                  <a:pt x="1668302" y="-35553"/>
                  <a:pt x="1841681" y="3719"/>
                  <a:pt x="1955901" y="0"/>
                </a:cubicBezTo>
                <a:cubicBezTo>
                  <a:pt x="2070121" y="-3719"/>
                  <a:pt x="2365089" y="42729"/>
                  <a:pt x="2496819" y="0"/>
                </a:cubicBezTo>
                <a:cubicBezTo>
                  <a:pt x="2521609" y="-4866"/>
                  <a:pt x="2534084" y="17557"/>
                  <a:pt x="2534920" y="38101"/>
                </a:cubicBezTo>
                <a:cubicBezTo>
                  <a:pt x="2550838" y="90967"/>
                  <a:pt x="2523241" y="159894"/>
                  <a:pt x="2534920" y="190499"/>
                </a:cubicBezTo>
                <a:cubicBezTo>
                  <a:pt x="2535053" y="217456"/>
                  <a:pt x="2521688" y="228544"/>
                  <a:pt x="2496819" y="228600"/>
                </a:cubicBezTo>
                <a:cubicBezTo>
                  <a:pt x="2311579" y="287450"/>
                  <a:pt x="2162373" y="219623"/>
                  <a:pt x="1955901" y="228600"/>
                </a:cubicBezTo>
                <a:cubicBezTo>
                  <a:pt x="1749429" y="237577"/>
                  <a:pt x="1611834" y="194656"/>
                  <a:pt x="1439570" y="228600"/>
                </a:cubicBezTo>
                <a:cubicBezTo>
                  <a:pt x="1267306" y="262544"/>
                  <a:pt x="1139532" y="209871"/>
                  <a:pt x="898652" y="228600"/>
                </a:cubicBezTo>
                <a:cubicBezTo>
                  <a:pt x="657772" y="247329"/>
                  <a:pt x="381445" y="141104"/>
                  <a:pt x="38101" y="228600"/>
                </a:cubicBezTo>
                <a:cubicBezTo>
                  <a:pt x="18150" y="230730"/>
                  <a:pt x="-1338" y="216716"/>
                  <a:pt x="0" y="190499"/>
                </a:cubicBezTo>
                <a:cubicBezTo>
                  <a:pt x="-8415" y="144845"/>
                  <a:pt x="10840" y="104781"/>
                  <a:pt x="0" y="38101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4584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3E29F-0365-1C16-A7F7-27DC09348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00B94E5-53DC-3AF3-06BA-AC454A4F065A}"/>
              </a:ext>
            </a:extLst>
          </p:cNvPr>
          <p:cNvSpPr txBox="1"/>
          <p:nvPr/>
        </p:nvSpPr>
        <p:spPr>
          <a:xfrm>
            <a:off x="3166363" y="92177"/>
            <a:ext cx="5191251" cy="346472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Objectif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87D9E3E-AA3E-1082-4579-FC02A8701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487603"/>
            <a:ext cx="11247120" cy="6323940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E929973-5404-CDDF-D7FA-90A400AFF9C2}"/>
              </a:ext>
            </a:extLst>
          </p:cNvPr>
          <p:cNvSpPr/>
          <p:nvPr/>
        </p:nvSpPr>
        <p:spPr>
          <a:xfrm>
            <a:off x="3737864" y="4398264"/>
            <a:ext cx="2534920" cy="228600"/>
          </a:xfrm>
          <a:custGeom>
            <a:avLst/>
            <a:gdLst>
              <a:gd name="connsiteX0" fmla="*/ 0 w 2534920"/>
              <a:gd name="connsiteY0" fmla="*/ 38101 h 228600"/>
              <a:gd name="connsiteX1" fmla="*/ 38101 w 2534920"/>
              <a:gd name="connsiteY1" fmla="*/ 0 h 228600"/>
              <a:gd name="connsiteX2" fmla="*/ 529845 w 2534920"/>
              <a:gd name="connsiteY2" fmla="*/ 0 h 228600"/>
              <a:gd name="connsiteX3" fmla="*/ 1046175 w 2534920"/>
              <a:gd name="connsiteY3" fmla="*/ 0 h 228600"/>
              <a:gd name="connsiteX4" fmla="*/ 1537919 w 2534920"/>
              <a:gd name="connsiteY4" fmla="*/ 0 h 228600"/>
              <a:gd name="connsiteX5" fmla="*/ 1955901 w 2534920"/>
              <a:gd name="connsiteY5" fmla="*/ 0 h 228600"/>
              <a:gd name="connsiteX6" fmla="*/ 2496819 w 2534920"/>
              <a:gd name="connsiteY6" fmla="*/ 0 h 228600"/>
              <a:gd name="connsiteX7" fmla="*/ 2534920 w 2534920"/>
              <a:gd name="connsiteY7" fmla="*/ 38101 h 228600"/>
              <a:gd name="connsiteX8" fmla="*/ 2534920 w 2534920"/>
              <a:gd name="connsiteY8" fmla="*/ 190499 h 228600"/>
              <a:gd name="connsiteX9" fmla="*/ 2496819 w 2534920"/>
              <a:gd name="connsiteY9" fmla="*/ 228600 h 228600"/>
              <a:gd name="connsiteX10" fmla="*/ 1955901 w 2534920"/>
              <a:gd name="connsiteY10" fmla="*/ 228600 h 228600"/>
              <a:gd name="connsiteX11" fmla="*/ 1439570 w 2534920"/>
              <a:gd name="connsiteY11" fmla="*/ 228600 h 228600"/>
              <a:gd name="connsiteX12" fmla="*/ 898652 w 2534920"/>
              <a:gd name="connsiteY12" fmla="*/ 228600 h 228600"/>
              <a:gd name="connsiteX13" fmla="*/ 38101 w 2534920"/>
              <a:gd name="connsiteY13" fmla="*/ 228600 h 228600"/>
              <a:gd name="connsiteX14" fmla="*/ 0 w 2534920"/>
              <a:gd name="connsiteY14" fmla="*/ 190499 h 228600"/>
              <a:gd name="connsiteX15" fmla="*/ 0 w 2534920"/>
              <a:gd name="connsiteY15" fmla="*/ 3810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34920" h="228600" extrusionOk="0">
                <a:moveTo>
                  <a:pt x="0" y="38101"/>
                </a:moveTo>
                <a:cubicBezTo>
                  <a:pt x="4572" y="17585"/>
                  <a:pt x="19400" y="-2074"/>
                  <a:pt x="38101" y="0"/>
                </a:cubicBezTo>
                <a:cubicBezTo>
                  <a:pt x="206481" y="-32824"/>
                  <a:pt x="351774" y="31179"/>
                  <a:pt x="529845" y="0"/>
                </a:cubicBezTo>
                <a:cubicBezTo>
                  <a:pt x="707916" y="-31179"/>
                  <a:pt x="842128" y="22276"/>
                  <a:pt x="1046175" y="0"/>
                </a:cubicBezTo>
                <a:cubicBezTo>
                  <a:pt x="1250222" y="-22276"/>
                  <a:pt x="1407536" y="35553"/>
                  <a:pt x="1537919" y="0"/>
                </a:cubicBezTo>
                <a:cubicBezTo>
                  <a:pt x="1668302" y="-35553"/>
                  <a:pt x="1841681" y="3719"/>
                  <a:pt x="1955901" y="0"/>
                </a:cubicBezTo>
                <a:cubicBezTo>
                  <a:pt x="2070121" y="-3719"/>
                  <a:pt x="2365089" y="42729"/>
                  <a:pt x="2496819" y="0"/>
                </a:cubicBezTo>
                <a:cubicBezTo>
                  <a:pt x="2521609" y="-4866"/>
                  <a:pt x="2534084" y="17557"/>
                  <a:pt x="2534920" y="38101"/>
                </a:cubicBezTo>
                <a:cubicBezTo>
                  <a:pt x="2550838" y="90967"/>
                  <a:pt x="2523241" y="159894"/>
                  <a:pt x="2534920" y="190499"/>
                </a:cubicBezTo>
                <a:cubicBezTo>
                  <a:pt x="2535053" y="217456"/>
                  <a:pt x="2521688" y="228544"/>
                  <a:pt x="2496819" y="228600"/>
                </a:cubicBezTo>
                <a:cubicBezTo>
                  <a:pt x="2311579" y="287450"/>
                  <a:pt x="2162373" y="219623"/>
                  <a:pt x="1955901" y="228600"/>
                </a:cubicBezTo>
                <a:cubicBezTo>
                  <a:pt x="1749429" y="237577"/>
                  <a:pt x="1611834" y="194656"/>
                  <a:pt x="1439570" y="228600"/>
                </a:cubicBezTo>
                <a:cubicBezTo>
                  <a:pt x="1267306" y="262544"/>
                  <a:pt x="1139532" y="209871"/>
                  <a:pt x="898652" y="228600"/>
                </a:cubicBezTo>
                <a:cubicBezTo>
                  <a:pt x="657772" y="247329"/>
                  <a:pt x="381445" y="141104"/>
                  <a:pt x="38101" y="228600"/>
                </a:cubicBezTo>
                <a:cubicBezTo>
                  <a:pt x="18150" y="230730"/>
                  <a:pt x="-1338" y="216716"/>
                  <a:pt x="0" y="190499"/>
                </a:cubicBezTo>
                <a:cubicBezTo>
                  <a:pt x="-8415" y="144845"/>
                  <a:pt x="10840" y="104781"/>
                  <a:pt x="0" y="38101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181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7048-F4D2-590D-AE2F-0E710103C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248A57A-B4E6-C6A0-1F0B-25E3CEEDA807}"/>
              </a:ext>
            </a:extLst>
          </p:cNvPr>
          <p:cNvSpPr txBox="1"/>
          <p:nvPr/>
        </p:nvSpPr>
        <p:spPr>
          <a:xfrm>
            <a:off x="3166363" y="92177"/>
            <a:ext cx="5191251" cy="346472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Objectif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EAA1129-5E32-A2E1-05B5-52F76863E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487603"/>
            <a:ext cx="11247120" cy="6323940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CD67578E-DBCB-4071-DDFB-C0D76310C396}"/>
              </a:ext>
            </a:extLst>
          </p:cNvPr>
          <p:cNvSpPr/>
          <p:nvPr/>
        </p:nvSpPr>
        <p:spPr>
          <a:xfrm>
            <a:off x="3737864" y="4398264"/>
            <a:ext cx="2534920" cy="228600"/>
          </a:xfrm>
          <a:custGeom>
            <a:avLst/>
            <a:gdLst>
              <a:gd name="connsiteX0" fmla="*/ 0 w 2534920"/>
              <a:gd name="connsiteY0" fmla="*/ 38101 h 228600"/>
              <a:gd name="connsiteX1" fmla="*/ 38101 w 2534920"/>
              <a:gd name="connsiteY1" fmla="*/ 0 h 228600"/>
              <a:gd name="connsiteX2" fmla="*/ 529845 w 2534920"/>
              <a:gd name="connsiteY2" fmla="*/ 0 h 228600"/>
              <a:gd name="connsiteX3" fmla="*/ 1046175 w 2534920"/>
              <a:gd name="connsiteY3" fmla="*/ 0 h 228600"/>
              <a:gd name="connsiteX4" fmla="*/ 1537919 w 2534920"/>
              <a:gd name="connsiteY4" fmla="*/ 0 h 228600"/>
              <a:gd name="connsiteX5" fmla="*/ 1955901 w 2534920"/>
              <a:gd name="connsiteY5" fmla="*/ 0 h 228600"/>
              <a:gd name="connsiteX6" fmla="*/ 2496819 w 2534920"/>
              <a:gd name="connsiteY6" fmla="*/ 0 h 228600"/>
              <a:gd name="connsiteX7" fmla="*/ 2534920 w 2534920"/>
              <a:gd name="connsiteY7" fmla="*/ 38101 h 228600"/>
              <a:gd name="connsiteX8" fmla="*/ 2534920 w 2534920"/>
              <a:gd name="connsiteY8" fmla="*/ 190499 h 228600"/>
              <a:gd name="connsiteX9" fmla="*/ 2496819 w 2534920"/>
              <a:gd name="connsiteY9" fmla="*/ 228600 h 228600"/>
              <a:gd name="connsiteX10" fmla="*/ 1955901 w 2534920"/>
              <a:gd name="connsiteY10" fmla="*/ 228600 h 228600"/>
              <a:gd name="connsiteX11" fmla="*/ 1439570 w 2534920"/>
              <a:gd name="connsiteY11" fmla="*/ 228600 h 228600"/>
              <a:gd name="connsiteX12" fmla="*/ 898652 w 2534920"/>
              <a:gd name="connsiteY12" fmla="*/ 228600 h 228600"/>
              <a:gd name="connsiteX13" fmla="*/ 38101 w 2534920"/>
              <a:gd name="connsiteY13" fmla="*/ 228600 h 228600"/>
              <a:gd name="connsiteX14" fmla="*/ 0 w 2534920"/>
              <a:gd name="connsiteY14" fmla="*/ 190499 h 228600"/>
              <a:gd name="connsiteX15" fmla="*/ 0 w 2534920"/>
              <a:gd name="connsiteY15" fmla="*/ 38101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34920" h="228600" extrusionOk="0">
                <a:moveTo>
                  <a:pt x="0" y="38101"/>
                </a:moveTo>
                <a:cubicBezTo>
                  <a:pt x="4572" y="17585"/>
                  <a:pt x="19400" y="-2074"/>
                  <a:pt x="38101" y="0"/>
                </a:cubicBezTo>
                <a:cubicBezTo>
                  <a:pt x="206481" y="-32824"/>
                  <a:pt x="351774" y="31179"/>
                  <a:pt x="529845" y="0"/>
                </a:cubicBezTo>
                <a:cubicBezTo>
                  <a:pt x="707916" y="-31179"/>
                  <a:pt x="842128" y="22276"/>
                  <a:pt x="1046175" y="0"/>
                </a:cubicBezTo>
                <a:cubicBezTo>
                  <a:pt x="1250222" y="-22276"/>
                  <a:pt x="1407536" y="35553"/>
                  <a:pt x="1537919" y="0"/>
                </a:cubicBezTo>
                <a:cubicBezTo>
                  <a:pt x="1668302" y="-35553"/>
                  <a:pt x="1841681" y="3719"/>
                  <a:pt x="1955901" y="0"/>
                </a:cubicBezTo>
                <a:cubicBezTo>
                  <a:pt x="2070121" y="-3719"/>
                  <a:pt x="2365089" y="42729"/>
                  <a:pt x="2496819" y="0"/>
                </a:cubicBezTo>
                <a:cubicBezTo>
                  <a:pt x="2521609" y="-4866"/>
                  <a:pt x="2534084" y="17557"/>
                  <a:pt x="2534920" y="38101"/>
                </a:cubicBezTo>
                <a:cubicBezTo>
                  <a:pt x="2550838" y="90967"/>
                  <a:pt x="2523241" y="159894"/>
                  <a:pt x="2534920" y="190499"/>
                </a:cubicBezTo>
                <a:cubicBezTo>
                  <a:pt x="2535053" y="217456"/>
                  <a:pt x="2521688" y="228544"/>
                  <a:pt x="2496819" y="228600"/>
                </a:cubicBezTo>
                <a:cubicBezTo>
                  <a:pt x="2311579" y="287450"/>
                  <a:pt x="2162373" y="219623"/>
                  <a:pt x="1955901" y="228600"/>
                </a:cubicBezTo>
                <a:cubicBezTo>
                  <a:pt x="1749429" y="237577"/>
                  <a:pt x="1611834" y="194656"/>
                  <a:pt x="1439570" y="228600"/>
                </a:cubicBezTo>
                <a:cubicBezTo>
                  <a:pt x="1267306" y="262544"/>
                  <a:pt x="1139532" y="209871"/>
                  <a:pt x="898652" y="228600"/>
                </a:cubicBezTo>
                <a:cubicBezTo>
                  <a:pt x="657772" y="247329"/>
                  <a:pt x="381445" y="141104"/>
                  <a:pt x="38101" y="228600"/>
                </a:cubicBezTo>
                <a:cubicBezTo>
                  <a:pt x="18150" y="230730"/>
                  <a:pt x="-1338" y="216716"/>
                  <a:pt x="0" y="190499"/>
                </a:cubicBezTo>
                <a:cubicBezTo>
                  <a:pt x="-8415" y="144845"/>
                  <a:pt x="10840" y="104781"/>
                  <a:pt x="0" y="38101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3515356-93FB-8DC1-54C0-EA31FB98A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603"/>
            <a:ext cx="11393424" cy="640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283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3ADBC-0A3C-9E1D-462D-6B5E54E9C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404BFB2-9EAD-CCED-E973-2EBC073FEEAE}"/>
              </a:ext>
            </a:extLst>
          </p:cNvPr>
          <p:cNvSpPr txBox="1"/>
          <p:nvPr/>
        </p:nvSpPr>
        <p:spPr>
          <a:xfrm>
            <a:off x="3166363" y="92177"/>
            <a:ext cx="5191251" cy="346472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Objectif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0CBA7E6-842A-EAA0-61AA-2ED9480A8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7792" y="678153"/>
            <a:ext cx="9236959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40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3870D-B868-8411-CF0F-F6745AFE1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4CFF110-BAE6-E1C6-9B8D-8ADEF1061015}"/>
              </a:ext>
            </a:extLst>
          </p:cNvPr>
          <p:cNvSpPr txBox="1"/>
          <p:nvPr/>
        </p:nvSpPr>
        <p:spPr>
          <a:xfrm>
            <a:off x="3166363" y="92177"/>
            <a:ext cx="5191251" cy="346472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Objectif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BA02B1B-1EC8-F5CA-1B97-A4DC6A9D7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320" y="1138951"/>
            <a:ext cx="9093200" cy="494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649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B6ACC-BF93-05B5-8508-0F1F2DB00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C5E78F5-82BB-DD32-E00F-D58AD9492683}"/>
              </a:ext>
            </a:extLst>
          </p:cNvPr>
          <p:cNvSpPr txBox="1"/>
          <p:nvPr/>
        </p:nvSpPr>
        <p:spPr>
          <a:xfrm>
            <a:off x="3166363" y="92177"/>
            <a:ext cx="5191251" cy="346472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Objectif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EEF193A-581C-70C9-AD26-1B84CE5AA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549852"/>
            <a:ext cx="11055096" cy="621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21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0356D-0FE2-8F5C-73D9-019393E94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1901160-BC5E-C64B-0D02-333E01F4E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109"/>
            <a:ext cx="12192000" cy="6397782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10A5CA0-5D32-E675-34E2-73BC5AFA66ED}"/>
              </a:ext>
            </a:extLst>
          </p:cNvPr>
          <p:cNvSpPr/>
          <p:nvPr/>
        </p:nvSpPr>
        <p:spPr>
          <a:xfrm>
            <a:off x="153416" y="2194560"/>
            <a:ext cx="2032000" cy="521208"/>
          </a:xfrm>
          <a:custGeom>
            <a:avLst/>
            <a:gdLst>
              <a:gd name="connsiteX0" fmla="*/ 0 w 2032000"/>
              <a:gd name="connsiteY0" fmla="*/ 86870 h 521208"/>
              <a:gd name="connsiteX1" fmla="*/ 86870 w 2032000"/>
              <a:gd name="connsiteY1" fmla="*/ 0 h 521208"/>
              <a:gd name="connsiteX2" fmla="*/ 551435 w 2032000"/>
              <a:gd name="connsiteY2" fmla="*/ 0 h 521208"/>
              <a:gd name="connsiteX3" fmla="*/ 1034583 w 2032000"/>
              <a:gd name="connsiteY3" fmla="*/ 0 h 521208"/>
              <a:gd name="connsiteX4" fmla="*/ 1499148 w 2032000"/>
              <a:gd name="connsiteY4" fmla="*/ 0 h 521208"/>
              <a:gd name="connsiteX5" fmla="*/ 1945130 w 2032000"/>
              <a:gd name="connsiteY5" fmla="*/ 0 h 521208"/>
              <a:gd name="connsiteX6" fmla="*/ 2032000 w 2032000"/>
              <a:gd name="connsiteY6" fmla="*/ 86870 h 521208"/>
              <a:gd name="connsiteX7" fmla="*/ 2032000 w 2032000"/>
              <a:gd name="connsiteY7" fmla="*/ 434338 h 521208"/>
              <a:gd name="connsiteX8" fmla="*/ 1945130 w 2032000"/>
              <a:gd name="connsiteY8" fmla="*/ 521208 h 521208"/>
              <a:gd name="connsiteX9" fmla="*/ 1499148 w 2032000"/>
              <a:gd name="connsiteY9" fmla="*/ 521208 h 521208"/>
              <a:gd name="connsiteX10" fmla="*/ 1053165 w 2032000"/>
              <a:gd name="connsiteY10" fmla="*/ 521208 h 521208"/>
              <a:gd name="connsiteX11" fmla="*/ 570018 w 2032000"/>
              <a:gd name="connsiteY11" fmla="*/ 521208 h 521208"/>
              <a:gd name="connsiteX12" fmla="*/ 86870 w 2032000"/>
              <a:gd name="connsiteY12" fmla="*/ 521208 h 521208"/>
              <a:gd name="connsiteX13" fmla="*/ 0 w 2032000"/>
              <a:gd name="connsiteY13" fmla="*/ 434338 h 521208"/>
              <a:gd name="connsiteX14" fmla="*/ 0 w 2032000"/>
              <a:gd name="connsiteY14" fmla="*/ 86870 h 52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32000" h="521208" extrusionOk="0">
                <a:moveTo>
                  <a:pt x="0" y="86870"/>
                </a:moveTo>
                <a:cubicBezTo>
                  <a:pt x="13286" y="40423"/>
                  <a:pt x="45259" y="-5638"/>
                  <a:pt x="86870" y="0"/>
                </a:cubicBezTo>
                <a:cubicBezTo>
                  <a:pt x="193696" y="-54600"/>
                  <a:pt x="401597" y="54611"/>
                  <a:pt x="551435" y="0"/>
                </a:cubicBezTo>
                <a:cubicBezTo>
                  <a:pt x="701274" y="-54611"/>
                  <a:pt x="820177" y="38376"/>
                  <a:pt x="1034583" y="0"/>
                </a:cubicBezTo>
                <a:cubicBezTo>
                  <a:pt x="1248989" y="-38376"/>
                  <a:pt x="1328481" y="52216"/>
                  <a:pt x="1499148" y="0"/>
                </a:cubicBezTo>
                <a:cubicBezTo>
                  <a:pt x="1669815" y="-52216"/>
                  <a:pt x="1751392" y="51099"/>
                  <a:pt x="1945130" y="0"/>
                </a:cubicBezTo>
                <a:cubicBezTo>
                  <a:pt x="1990320" y="-3963"/>
                  <a:pt x="2028961" y="30920"/>
                  <a:pt x="2032000" y="86870"/>
                </a:cubicBezTo>
                <a:cubicBezTo>
                  <a:pt x="2051451" y="205873"/>
                  <a:pt x="2007193" y="342469"/>
                  <a:pt x="2032000" y="434338"/>
                </a:cubicBezTo>
                <a:cubicBezTo>
                  <a:pt x="2027957" y="481286"/>
                  <a:pt x="1984951" y="529879"/>
                  <a:pt x="1945130" y="521208"/>
                </a:cubicBezTo>
                <a:cubicBezTo>
                  <a:pt x="1788597" y="533774"/>
                  <a:pt x="1681489" y="510114"/>
                  <a:pt x="1499148" y="521208"/>
                </a:cubicBezTo>
                <a:cubicBezTo>
                  <a:pt x="1316807" y="532302"/>
                  <a:pt x="1147248" y="507069"/>
                  <a:pt x="1053165" y="521208"/>
                </a:cubicBezTo>
                <a:cubicBezTo>
                  <a:pt x="959082" y="535347"/>
                  <a:pt x="696825" y="482973"/>
                  <a:pt x="570018" y="521208"/>
                </a:cubicBezTo>
                <a:cubicBezTo>
                  <a:pt x="443211" y="559443"/>
                  <a:pt x="326586" y="477611"/>
                  <a:pt x="86870" y="521208"/>
                </a:cubicBezTo>
                <a:cubicBezTo>
                  <a:pt x="45521" y="522914"/>
                  <a:pt x="6359" y="480275"/>
                  <a:pt x="0" y="434338"/>
                </a:cubicBezTo>
                <a:cubicBezTo>
                  <a:pt x="-32868" y="296720"/>
                  <a:pt x="23463" y="163629"/>
                  <a:pt x="0" y="86870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AB1C739-1D90-E774-A44A-70E6D0FAE574}"/>
              </a:ext>
            </a:extLst>
          </p:cNvPr>
          <p:cNvSpPr txBox="1"/>
          <p:nvPr/>
        </p:nvSpPr>
        <p:spPr>
          <a:xfrm>
            <a:off x="2258568" y="2284904"/>
            <a:ext cx="2032000" cy="340519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Information du site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5566D013-025A-1FCE-8AB5-159B0F177D78}"/>
              </a:ext>
            </a:extLst>
          </p:cNvPr>
          <p:cNvSpPr/>
          <p:nvPr/>
        </p:nvSpPr>
        <p:spPr>
          <a:xfrm>
            <a:off x="226568" y="2715768"/>
            <a:ext cx="2406904" cy="1964450"/>
          </a:xfrm>
          <a:custGeom>
            <a:avLst/>
            <a:gdLst>
              <a:gd name="connsiteX0" fmla="*/ 0 w 2406904"/>
              <a:gd name="connsiteY0" fmla="*/ 43945 h 1964450"/>
              <a:gd name="connsiteX1" fmla="*/ 43945 w 2406904"/>
              <a:gd name="connsiteY1" fmla="*/ 0 h 1964450"/>
              <a:gd name="connsiteX2" fmla="*/ 623699 w 2406904"/>
              <a:gd name="connsiteY2" fmla="*/ 0 h 1964450"/>
              <a:gd name="connsiteX3" fmla="*/ 1226642 w 2406904"/>
              <a:gd name="connsiteY3" fmla="*/ 0 h 1964450"/>
              <a:gd name="connsiteX4" fmla="*/ 1806396 w 2406904"/>
              <a:gd name="connsiteY4" fmla="*/ 0 h 1964450"/>
              <a:gd name="connsiteX5" fmla="*/ 2362959 w 2406904"/>
              <a:gd name="connsiteY5" fmla="*/ 0 h 1964450"/>
              <a:gd name="connsiteX6" fmla="*/ 2406904 w 2406904"/>
              <a:gd name="connsiteY6" fmla="*/ 43945 h 1964450"/>
              <a:gd name="connsiteX7" fmla="*/ 2406904 w 2406904"/>
              <a:gd name="connsiteY7" fmla="*/ 513085 h 1964450"/>
              <a:gd name="connsiteX8" fmla="*/ 2406904 w 2406904"/>
              <a:gd name="connsiteY8" fmla="*/ 925928 h 1964450"/>
              <a:gd name="connsiteX9" fmla="*/ 2406904 w 2406904"/>
              <a:gd name="connsiteY9" fmla="*/ 1413834 h 1964450"/>
              <a:gd name="connsiteX10" fmla="*/ 2406904 w 2406904"/>
              <a:gd name="connsiteY10" fmla="*/ 1920505 h 1964450"/>
              <a:gd name="connsiteX11" fmla="*/ 2362959 w 2406904"/>
              <a:gd name="connsiteY11" fmla="*/ 1964450 h 1964450"/>
              <a:gd name="connsiteX12" fmla="*/ 1736825 w 2406904"/>
              <a:gd name="connsiteY12" fmla="*/ 1964450 h 1964450"/>
              <a:gd name="connsiteX13" fmla="*/ 1157072 w 2406904"/>
              <a:gd name="connsiteY13" fmla="*/ 1964450 h 1964450"/>
              <a:gd name="connsiteX14" fmla="*/ 554128 w 2406904"/>
              <a:gd name="connsiteY14" fmla="*/ 1964450 h 1964450"/>
              <a:gd name="connsiteX15" fmla="*/ 43945 w 2406904"/>
              <a:gd name="connsiteY15" fmla="*/ 1964450 h 1964450"/>
              <a:gd name="connsiteX16" fmla="*/ 0 w 2406904"/>
              <a:gd name="connsiteY16" fmla="*/ 1920505 h 1964450"/>
              <a:gd name="connsiteX17" fmla="*/ 0 w 2406904"/>
              <a:gd name="connsiteY17" fmla="*/ 1413834 h 1964450"/>
              <a:gd name="connsiteX18" fmla="*/ 0 w 2406904"/>
              <a:gd name="connsiteY18" fmla="*/ 944694 h 1964450"/>
              <a:gd name="connsiteX19" fmla="*/ 0 w 2406904"/>
              <a:gd name="connsiteY19" fmla="*/ 43945 h 196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406904" h="1964450" extrusionOk="0">
                <a:moveTo>
                  <a:pt x="0" y="43945"/>
                </a:moveTo>
                <a:cubicBezTo>
                  <a:pt x="3168" y="20040"/>
                  <a:pt x="23245" y="-3161"/>
                  <a:pt x="43945" y="0"/>
                </a:cubicBezTo>
                <a:cubicBezTo>
                  <a:pt x="288720" y="-57923"/>
                  <a:pt x="354454" y="65967"/>
                  <a:pt x="623699" y="0"/>
                </a:cubicBezTo>
                <a:cubicBezTo>
                  <a:pt x="892944" y="-65967"/>
                  <a:pt x="1095518" y="37037"/>
                  <a:pt x="1226642" y="0"/>
                </a:cubicBezTo>
                <a:cubicBezTo>
                  <a:pt x="1357766" y="-37037"/>
                  <a:pt x="1672772" y="41247"/>
                  <a:pt x="1806396" y="0"/>
                </a:cubicBezTo>
                <a:cubicBezTo>
                  <a:pt x="1940020" y="-41247"/>
                  <a:pt x="2148425" y="29814"/>
                  <a:pt x="2362959" y="0"/>
                </a:cubicBezTo>
                <a:cubicBezTo>
                  <a:pt x="2384688" y="-3612"/>
                  <a:pt x="2405267" y="15381"/>
                  <a:pt x="2406904" y="43945"/>
                </a:cubicBezTo>
                <a:cubicBezTo>
                  <a:pt x="2433112" y="214156"/>
                  <a:pt x="2361815" y="352479"/>
                  <a:pt x="2406904" y="513085"/>
                </a:cubicBezTo>
                <a:cubicBezTo>
                  <a:pt x="2451993" y="673691"/>
                  <a:pt x="2401720" y="823386"/>
                  <a:pt x="2406904" y="925928"/>
                </a:cubicBezTo>
                <a:cubicBezTo>
                  <a:pt x="2412088" y="1028470"/>
                  <a:pt x="2392065" y="1309548"/>
                  <a:pt x="2406904" y="1413834"/>
                </a:cubicBezTo>
                <a:cubicBezTo>
                  <a:pt x="2421743" y="1518120"/>
                  <a:pt x="2404063" y="1680190"/>
                  <a:pt x="2406904" y="1920505"/>
                </a:cubicBezTo>
                <a:cubicBezTo>
                  <a:pt x="2402038" y="1940307"/>
                  <a:pt x="2389000" y="1963951"/>
                  <a:pt x="2362959" y="1964450"/>
                </a:cubicBezTo>
                <a:cubicBezTo>
                  <a:pt x="2062951" y="2019075"/>
                  <a:pt x="2035045" y="1956581"/>
                  <a:pt x="1736825" y="1964450"/>
                </a:cubicBezTo>
                <a:cubicBezTo>
                  <a:pt x="1438605" y="1972319"/>
                  <a:pt x="1433317" y="1948115"/>
                  <a:pt x="1157072" y="1964450"/>
                </a:cubicBezTo>
                <a:cubicBezTo>
                  <a:pt x="880827" y="1980785"/>
                  <a:pt x="844180" y="1937478"/>
                  <a:pt x="554128" y="1964450"/>
                </a:cubicBezTo>
                <a:cubicBezTo>
                  <a:pt x="264076" y="1991422"/>
                  <a:pt x="165633" y="1962376"/>
                  <a:pt x="43945" y="1964450"/>
                </a:cubicBezTo>
                <a:cubicBezTo>
                  <a:pt x="19956" y="1960979"/>
                  <a:pt x="2569" y="1950677"/>
                  <a:pt x="0" y="1920505"/>
                </a:cubicBezTo>
                <a:cubicBezTo>
                  <a:pt x="-28119" y="1690370"/>
                  <a:pt x="47720" y="1588723"/>
                  <a:pt x="0" y="1413834"/>
                </a:cubicBezTo>
                <a:cubicBezTo>
                  <a:pt x="-47720" y="1238945"/>
                  <a:pt x="33207" y="1174946"/>
                  <a:pt x="0" y="944694"/>
                </a:cubicBezTo>
                <a:cubicBezTo>
                  <a:pt x="-33207" y="714442"/>
                  <a:pt x="103670" y="379686"/>
                  <a:pt x="0" y="43945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>
                      <a:gd name="adj" fmla="val 2237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FC03075-8F49-935F-46CC-D7EFD90B7E1D}"/>
              </a:ext>
            </a:extLst>
          </p:cNvPr>
          <p:cNvSpPr txBox="1"/>
          <p:nvPr/>
        </p:nvSpPr>
        <p:spPr>
          <a:xfrm>
            <a:off x="2706624" y="3429000"/>
            <a:ext cx="2032000" cy="831533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Les années d’extraction des données 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2DACAAD-9F81-1619-903C-59B8F95A95C2}"/>
              </a:ext>
            </a:extLst>
          </p:cNvPr>
          <p:cNvSpPr/>
          <p:nvPr/>
        </p:nvSpPr>
        <p:spPr>
          <a:xfrm>
            <a:off x="153416" y="4671830"/>
            <a:ext cx="7737856" cy="2405626"/>
          </a:xfrm>
          <a:custGeom>
            <a:avLst/>
            <a:gdLst>
              <a:gd name="connsiteX0" fmla="*/ 0 w 7737856"/>
              <a:gd name="connsiteY0" fmla="*/ 53814 h 2405626"/>
              <a:gd name="connsiteX1" fmla="*/ 53814 w 7737856"/>
              <a:gd name="connsiteY1" fmla="*/ 0 h 2405626"/>
              <a:gd name="connsiteX2" fmla="*/ 640755 w 7737856"/>
              <a:gd name="connsiteY2" fmla="*/ 0 h 2405626"/>
              <a:gd name="connsiteX3" fmla="*/ 1303998 w 7737856"/>
              <a:gd name="connsiteY3" fmla="*/ 0 h 2405626"/>
              <a:gd name="connsiteX4" fmla="*/ 1890938 w 7737856"/>
              <a:gd name="connsiteY4" fmla="*/ 0 h 2405626"/>
              <a:gd name="connsiteX5" fmla="*/ 2248972 w 7737856"/>
              <a:gd name="connsiteY5" fmla="*/ 0 h 2405626"/>
              <a:gd name="connsiteX6" fmla="*/ 2683308 w 7737856"/>
              <a:gd name="connsiteY6" fmla="*/ 0 h 2405626"/>
              <a:gd name="connsiteX7" fmla="*/ 3117644 w 7737856"/>
              <a:gd name="connsiteY7" fmla="*/ 0 h 2405626"/>
              <a:gd name="connsiteX8" fmla="*/ 3551980 w 7737856"/>
              <a:gd name="connsiteY8" fmla="*/ 0 h 2405626"/>
              <a:gd name="connsiteX9" fmla="*/ 3910014 w 7737856"/>
              <a:gd name="connsiteY9" fmla="*/ 0 h 2405626"/>
              <a:gd name="connsiteX10" fmla="*/ 4573257 w 7737856"/>
              <a:gd name="connsiteY10" fmla="*/ 0 h 2405626"/>
              <a:gd name="connsiteX11" fmla="*/ 5160197 w 7737856"/>
              <a:gd name="connsiteY11" fmla="*/ 0 h 2405626"/>
              <a:gd name="connsiteX12" fmla="*/ 5670836 w 7737856"/>
              <a:gd name="connsiteY12" fmla="*/ 0 h 2405626"/>
              <a:gd name="connsiteX13" fmla="*/ 6334079 w 7737856"/>
              <a:gd name="connsiteY13" fmla="*/ 0 h 2405626"/>
              <a:gd name="connsiteX14" fmla="*/ 7073624 w 7737856"/>
              <a:gd name="connsiteY14" fmla="*/ 0 h 2405626"/>
              <a:gd name="connsiteX15" fmla="*/ 7684042 w 7737856"/>
              <a:gd name="connsiteY15" fmla="*/ 0 h 2405626"/>
              <a:gd name="connsiteX16" fmla="*/ 7737856 w 7737856"/>
              <a:gd name="connsiteY16" fmla="*/ 53814 h 2405626"/>
              <a:gd name="connsiteX17" fmla="*/ 7737856 w 7737856"/>
              <a:gd name="connsiteY17" fmla="*/ 674273 h 2405626"/>
              <a:gd name="connsiteX18" fmla="*/ 7737856 w 7737856"/>
              <a:gd name="connsiteY18" fmla="*/ 1179833 h 2405626"/>
              <a:gd name="connsiteX19" fmla="*/ 7737856 w 7737856"/>
              <a:gd name="connsiteY19" fmla="*/ 1800292 h 2405626"/>
              <a:gd name="connsiteX20" fmla="*/ 7737856 w 7737856"/>
              <a:gd name="connsiteY20" fmla="*/ 2351812 h 2405626"/>
              <a:gd name="connsiteX21" fmla="*/ 7684042 w 7737856"/>
              <a:gd name="connsiteY21" fmla="*/ 2405626 h 2405626"/>
              <a:gd name="connsiteX22" fmla="*/ 6944497 w 7737856"/>
              <a:gd name="connsiteY22" fmla="*/ 2405626 h 2405626"/>
              <a:gd name="connsiteX23" fmla="*/ 6204952 w 7737856"/>
              <a:gd name="connsiteY23" fmla="*/ 2405626 h 2405626"/>
              <a:gd name="connsiteX24" fmla="*/ 5846918 w 7737856"/>
              <a:gd name="connsiteY24" fmla="*/ 2405626 h 2405626"/>
              <a:gd name="connsiteX25" fmla="*/ 5183675 w 7737856"/>
              <a:gd name="connsiteY25" fmla="*/ 2405626 h 2405626"/>
              <a:gd name="connsiteX26" fmla="*/ 4520432 w 7737856"/>
              <a:gd name="connsiteY26" fmla="*/ 2405626 h 2405626"/>
              <a:gd name="connsiteX27" fmla="*/ 4009794 w 7737856"/>
              <a:gd name="connsiteY27" fmla="*/ 2405626 h 2405626"/>
              <a:gd name="connsiteX28" fmla="*/ 3346551 w 7737856"/>
              <a:gd name="connsiteY28" fmla="*/ 2405626 h 2405626"/>
              <a:gd name="connsiteX29" fmla="*/ 2912215 w 7737856"/>
              <a:gd name="connsiteY29" fmla="*/ 2405626 h 2405626"/>
              <a:gd name="connsiteX30" fmla="*/ 2477879 w 7737856"/>
              <a:gd name="connsiteY30" fmla="*/ 2405626 h 2405626"/>
              <a:gd name="connsiteX31" fmla="*/ 2043543 w 7737856"/>
              <a:gd name="connsiteY31" fmla="*/ 2405626 h 2405626"/>
              <a:gd name="connsiteX32" fmla="*/ 1380300 w 7737856"/>
              <a:gd name="connsiteY32" fmla="*/ 2405626 h 2405626"/>
              <a:gd name="connsiteX33" fmla="*/ 1022266 w 7737856"/>
              <a:gd name="connsiteY33" fmla="*/ 2405626 h 2405626"/>
              <a:gd name="connsiteX34" fmla="*/ 53814 w 7737856"/>
              <a:gd name="connsiteY34" fmla="*/ 2405626 h 2405626"/>
              <a:gd name="connsiteX35" fmla="*/ 0 w 7737856"/>
              <a:gd name="connsiteY35" fmla="*/ 2351812 h 2405626"/>
              <a:gd name="connsiteX36" fmla="*/ 0 w 7737856"/>
              <a:gd name="connsiteY36" fmla="*/ 1846252 h 2405626"/>
              <a:gd name="connsiteX37" fmla="*/ 0 w 7737856"/>
              <a:gd name="connsiteY37" fmla="*/ 1340693 h 2405626"/>
              <a:gd name="connsiteX38" fmla="*/ 0 w 7737856"/>
              <a:gd name="connsiteY38" fmla="*/ 743213 h 2405626"/>
              <a:gd name="connsiteX39" fmla="*/ 0 w 7737856"/>
              <a:gd name="connsiteY39" fmla="*/ 53814 h 2405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7737856" h="2405626" extrusionOk="0">
                <a:moveTo>
                  <a:pt x="0" y="53814"/>
                </a:moveTo>
                <a:cubicBezTo>
                  <a:pt x="4559" y="24618"/>
                  <a:pt x="28055" y="-3508"/>
                  <a:pt x="53814" y="0"/>
                </a:cubicBezTo>
                <a:cubicBezTo>
                  <a:pt x="293699" y="-2837"/>
                  <a:pt x="422040" y="51379"/>
                  <a:pt x="640755" y="0"/>
                </a:cubicBezTo>
                <a:cubicBezTo>
                  <a:pt x="859470" y="-51379"/>
                  <a:pt x="1160034" y="56186"/>
                  <a:pt x="1303998" y="0"/>
                </a:cubicBezTo>
                <a:cubicBezTo>
                  <a:pt x="1447962" y="-56186"/>
                  <a:pt x="1757300" y="6126"/>
                  <a:pt x="1890938" y="0"/>
                </a:cubicBezTo>
                <a:cubicBezTo>
                  <a:pt x="2024576" y="-6126"/>
                  <a:pt x="2148385" y="38078"/>
                  <a:pt x="2248972" y="0"/>
                </a:cubicBezTo>
                <a:cubicBezTo>
                  <a:pt x="2349559" y="-38078"/>
                  <a:pt x="2539845" y="14794"/>
                  <a:pt x="2683308" y="0"/>
                </a:cubicBezTo>
                <a:cubicBezTo>
                  <a:pt x="2826771" y="-14794"/>
                  <a:pt x="2993863" y="16721"/>
                  <a:pt x="3117644" y="0"/>
                </a:cubicBezTo>
                <a:cubicBezTo>
                  <a:pt x="3241425" y="-16721"/>
                  <a:pt x="3441940" y="19960"/>
                  <a:pt x="3551980" y="0"/>
                </a:cubicBezTo>
                <a:cubicBezTo>
                  <a:pt x="3662020" y="-19960"/>
                  <a:pt x="3768415" y="37644"/>
                  <a:pt x="3910014" y="0"/>
                </a:cubicBezTo>
                <a:cubicBezTo>
                  <a:pt x="4051613" y="-37644"/>
                  <a:pt x="4405174" y="3993"/>
                  <a:pt x="4573257" y="0"/>
                </a:cubicBezTo>
                <a:cubicBezTo>
                  <a:pt x="4741340" y="-3993"/>
                  <a:pt x="4933514" y="30426"/>
                  <a:pt x="5160197" y="0"/>
                </a:cubicBezTo>
                <a:cubicBezTo>
                  <a:pt x="5386880" y="-30426"/>
                  <a:pt x="5561674" y="57729"/>
                  <a:pt x="5670836" y="0"/>
                </a:cubicBezTo>
                <a:cubicBezTo>
                  <a:pt x="5779998" y="-57729"/>
                  <a:pt x="6148367" y="45785"/>
                  <a:pt x="6334079" y="0"/>
                </a:cubicBezTo>
                <a:cubicBezTo>
                  <a:pt x="6519791" y="-45785"/>
                  <a:pt x="6877575" y="52713"/>
                  <a:pt x="7073624" y="0"/>
                </a:cubicBezTo>
                <a:cubicBezTo>
                  <a:pt x="7269674" y="-52713"/>
                  <a:pt x="7466888" y="30115"/>
                  <a:pt x="7684042" y="0"/>
                </a:cubicBezTo>
                <a:cubicBezTo>
                  <a:pt x="7715621" y="3623"/>
                  <a:pt x="7737596" y="25100"/>
                  <a:pt x="7737856" y="53814"/>
                </a:cubicBezTo>
                <a:cubicBezTo>
                  <a:pt x="7794269" y="246246"/>
                  <a:pt x="7665191" y="463085"/>
                  <a:pt x="7737856" y="674273"/>
                </a:cubicBezTo>
                <a:cubicBezTo>
                  <a:pt x="7810521" y="885461"/>
                  <a:pt x="7678060" y="1059428"/>
                  <a:pt x="7737856" y="1179833"/>
                </a:cubicBezTo>
                <a:cubicBezTo>
                  <a:pt x="7797652" y="1300238"/>
                  <a:pt x="7722886" y="1559121"/>
                  <a:pt x="7737856" y="1800292"/>
                </a:cubicBezTo>
                <a:cubicBezTo>
                  <a:pt x="7752826" y="2041463"/>
                  <a:pt x="7728963" y="2108318"/>
                  <a:pt x="7737856" y="2351812"/>
                </a:cubicBezTo>
                <a:cubicBezTo>
                  <a:pt x="7735841" y="2380096"/>
                  <a:pt x="7717556" y="2412113"/>
                  <a:pt x="7684042" y="2405626"/>
                </a:cubicBezTo>
                <a:cubicBezTo>
                  <a:pt x="7405605" y="2478441"/>
                  <a:pt x="7201065" y="2328785"/>
                  <a:pt x="6944497" y="2405626"/>
                </a:cubicBezTo>
                <a:cubicBezTo>
                  <a:pt x="6687930" y="2482467"/>
                  <a:pt x="6557203" y="2352401"/>
                  <a:pt x="6204952" y="2405626"/>
                </a:cubicBezTo>
                <a:cubicBezTo>
                  <a:pt x="5852701" y="2458851"/>
                  <a:pt x="5979231" y="2390631"/>
                  <a:pt x="5846918" y="2405626"/>
                </a:cubicBezTo>
                <a:cubicBezTo>
                  <a:pt x="5714605" y="2420621"/>
                  <a:pt x="5456829" y="2342908"/>
                  <a:pt x="5183675" y="2405626"/>
                </a:cubicBezTo>
                <a:cubicBezTo>
                  <a:pt x="4910521" y="2468344"/>
                  <a:pt x="4718495" y="2362589"/>
                  <a:pt x="4520432" y="2405626"/>
                </a:cubicBezTo>
                <a:cubicBezTo>
                  <a:pt x="4322369" y="2448663"/>
                  <a:pt x="4246096" y="2347516"/>
                  <a:pt x="4009794" y="2405626"/>
                </a:cubicBezTo>
                <a:cubicBezTo>
                  <a:pt x="3773492" y="2463736"/>
                  <a:pt x="3527912" y="2345523"/>
                  <a:pt x="3346551" y="2405626"/>
                </a:cubicBezTo>
                <a:cubicBezTo>
                  <a:pt x="3165190" y="2465729"/>
                  <a:pt x="3012268" y="2372553"/>
                  <a:pt x="2912215" y="2405626"/>
                </a:cubicBezTo>
                <a:cubicBezTo>
                  <a:pt x="2812162" y="2438699"/>
                  <a:pt x="2612664" y="2375930"/>
                  <a:pt x="2477879" y="2405626"/>
                </a:cubicBezTo>
                <a:cubicBezTo>
                  <a:pt x="2343094" y="2435322"/>
                  <a:pt x="2223789" y="2378464"/>
                  <a:pt x="2043543" y="2405626"/>
                </a:cubicBezTo>
                <a:cubicBezTo>
                  <a:pt x="1863297" y="2432788"/>
                  <a:pt x="1659511" y="2373947"/>
                  <a:pt x="1380300" y="2405626"/>
                </a:cubicBezTo>
                <a:cubicBezTo>
                  <a:pt x="1101089" y="2437305"/>
                  <a:pt x="1131466" y="2395623"/>
                  <a:pt x="1022266" y="2405626"/>
                </a:cubicBezTo>
                <a:cubicBezTo>
                  <a:pt x="913066" y="2415629"/>
                  <a:pt x="419499" y="2311083"/>
                  <a:pt x="53814" y="2405626"/>
                </a:cubicBezTo>
                <a:cubicBezTo>
                  <a:pt x="25135" y="2407087"/>
                  <a:pt x="-4180" y="2379342"/>
                  <a:pt x="0" y="2351812"/>
                </a:cubicBezTo>
                <a:cubicBezTo>
                  <a:pt x="-1745" y="2243924"/>
                  <a:pt x="19419" y="2031795"/>
                  <a:pt x="0" y="1846252"/>
                </a:cubicBezTo>
                <a:cubicBezTo>
                  <a:pt x="-19419" y="1660709"/>
                  <a:pt x="31517" y="1576189"/>
                  <a:pt x="0" y="1340693"/>
                </a:cubicBezTo>
                <a:cubicBezTo>
                  <a:pt x="-31517" y="1105197"/>
                  <a:pt x="20587" y="1022475"/>
                  <a:pt x="0" y="743213"/>
                </a:cubicBezTo>
                <a:cubicBezTo>
                  <a:pt x="-20587" y="463951"/>
                  <a:pt x="2777" y="257214"/>
                  <a:pt x="0" y="53814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94945536">
                  <a:prstGeom prst="roundRect">
                    <a:avLst>
                      <a:gd name="adj" fmla="val 2237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B8E4566-62D3-D715-8FF3-661FBE0AADC7}"/>
              </a:ext>
            </a:extLst>
          </p:cNvPr>
          <p:cNvSpPr txBox="1"/>
          <p:nvPr/>
        </p:nvSpPr>
        <p:spPr>
          <a:xfrm>
            <a:off x="8009636" y="5701407"/>
            <a:ext cx="2032000" cy="346472"/>
          </a:xfrm>
          <a:prstGeom prst="roundRect">
            <a:avLst>
              <a:gd name="adj" fmla="val 19352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Données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CB60E3A-7427-0310-9493-F81961BD8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0364" y="549852"/>
            <a:ext cx="11055096" cy="621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44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20E39-20A7-1C78-14F7-7BCD72532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E936AE-B8AD-49A3-5638-594400F66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636"/>
            <a:ext cx="13131211" cy="6890636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31B42E22-15A6-1CCC-EC64-E50F5D1D8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960" y="-32636"/>
            <a:ext cx="12128500" cy="681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72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46A12-1869-D0C8-DAEF-EE0C4F38E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A31C04FC-F030-7549-9416-070ED5C805D7}"/>
                  </a:ext>
                </a:extLst>
              </p:cNvPr>
              <p:cNvSpPr txBox="1"/>
              <p:nvPr/>
            </p:nvSpPr>
            <p:spPr>
              <a:xfrm>
                <a:off x="348673" y="164314"/>
                <a:ext cx="5924805" cy="1758354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8,43</m:t>
                                      </m:r>
                                    </m:num>
                                    <m:den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7,9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200</m:t>
                                      </m:r>
                                    </m:num>
                                    <m:den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100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FR" sz="2800" dirty="0" smtClean="0">
                          <a:solidFill>
                            <a:schemeClr val="bg1"/>
                          </a:solidFill>
                        </a:rPr>
                        <m:t>0,0936</m:t>
                      </m:r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A31C04FC-F030-7549-9416-070ED5C80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73" y="164314"/>
                <a:ext cx="5924805" cy="175835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30C2A460-2311-0CA5-CF5D-3AF716675B21}"/>
                  </a:ext>
                </a:extLst>
              </p:cNvPr>
              <p:cNvSpPr txBox="1"/>
              <p:nvPr/>
            </p:nvSpPr>
            <p:spPr>
              <a:xfrm>
                <a:off x="11190922" y="480251"/>
                <a:ext cx="1993834" cy="1126479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30C2A460-2311-0CA5-CF5D-3AF716675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0922" y="480251"/>
                <a:ext cx="1993834" cy="112647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55009870-3F13-B45F-D6F4-01A45C4BD3BE}"/>
                  </a:ext>
                </a:extLst>
              </p:cNvPr>
              <p:cNvSpPr txBox="1"/>
              <p:nvPr/>
            </p:nvSpPr>
            <p:spPr>
              <a:xfrm>
                <a:off x="13641296" y="592763"/>
                <a:ext cx="3123048" cy="90145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𝑒𝑛</m:t>
                          </m:r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𝐴𝑡𝑚</m:t>
                          </m:r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𝑒𝑛</m:t>
                                  </m:r>
                                  <m: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𝑃𝑎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101325</m:t>
                          </m:r>
                        </m:den>
                      </m:f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55009870-3F13-B45F-D6F4-01A45C4BD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1296" y="592763"/>
                <a:ext cx="3123048" cy="90145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 8">
            <a:extLst>
              <a:ext uri="{FF2B5EF4-FFF2-40B4-BE49-F238E27FC236}">
                <a16:creationId xmlns:a16="http://schemas.microsoft.com/office/drawing/2014/main" id="{7A0994D7-F29F-9D69-A20A-3445D2CC8B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254" t="24707" r="4724"/>
          <a:stretch>
            <a:fillRect/>
          </a:stretch>
        </p:blipFill>
        <p:spPr>
          <a:xfrm>
            <a:off x="717632" y="2132733"/>
            <a:ext cx="4814828" cy="42594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B3D4CD73-4352-5171-65C8-0D8FC8158897}"/>
                  </a:ext>
                </a:extLst>
              </p:cNvPr>
              <p:cNvSpPr txBox="1"/>
              <p:nvPr/>
            </p:nvSpPr>
            <p:spPr>
              <a:xfrm>
                <a:off x="6851170" y="813460"/>
                <a:ext cx="1866496" cy="476726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FR" sz="2800" dirty="0" smtClean="0">
                          <a:solidFill>
                            <a:schemeClr val="bg1"/>
                          </a:solidFill>
                        </a:rPr>
                        <m:t>0,0936</m:t>
                      </m:r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B3D4CD73-4352-5171-65C8-0D8FC8158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1170" y="813460"/>
                <a:ext cx="1866496" cy="476726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 11">
            <a:extLst>
              <a:ext uri="{FF2B5EF4-FFF2-40B4-BE49-F238E27FC236}">
                <a16:creationId xmlns:a16="http://schemas.microsoft.com/office/drawing/2014/main" id="{490CF679-400B-E027-267F-27BA57337A6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8513" t="21462" r="5370"/>
          <a:stretch>
            <a:fillRect/>
          </a:stretch>
        </p:blipFill>
        <p:spPr>
          <a:xfrm>
            <a:off x="6096000" y="2097498"/>
            <a:ext cx="5243333" cy="429471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DE77196-F9F6-04C1-B053-789D67BC623B}"/>
              </a:ext>
            </a:extLst>
          </p:cNvPr>
          <p:cNvSpPr txBox="1"/>
          <p:nvPr/>
        </p:nvSpPr>
        <p:spPr>
          <a:xfrm>
            <a:off x="6584425" y="191484"/>
            <a:ext cx="4341722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https://globalwindatlas.info/en/</a:t>
            </a:r>
          </a:p>
        </p:txBody>
      </p:sp>
    </p:spTree>
    <p:extLst>
      <p:ext uri="{BB962C8B-B14F-4D97-AF65-F5344CB8AC3E}">
        <p14:creationId xmlns:p14="http://schemas.microsoft.com/office/powerpoint/2010/main" val="1118012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C223A-E44B-02A6-60B0-EDD05B8F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08075D8-CF3F-D974-555A-BE9275FA8370}"/>
                  </a:ext>
                </a:extLst>
              </p:cNvPr>
              <p:cNvSpPr txBox="1"/>
              <p:nvPr/>
            </p:nvSpPr>
            <p:spPr>
              <a:xfrm>
                <a:off x="-11156562" y="164314"/>
                <a:ext cx="5924805" cy="1758354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8,43</m:t>
                                      </m:r>
                                    </m:num>
                                    <m:den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7,9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200</m:t>
                                      </m:r>
                                    </m:num>
                                    <m:den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100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FR" sz="2800" dirty="0" smtClean="0">
                          <a:solidFill>
                            <a:schemeClr val="bg1"/>
                          </a:solidFill>
                        </a:rPr>
                        <m:t>0,0936</m:t>
                      </m:r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08075D8-CF3F-D974-555A-BE9275FA8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156562" y="164314"/>
                <a:ext cx="5924805" cy="175835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D290FE0A-EB4C-DAB2-603D-4379DAB56542}"/>
                  </a:ext>
                </a:extLst>
              </p:cNvPr>
              <p:cNvSpPr txBox="1"/>
              <p:nvPr/>
            </p:nvSpPr>
            <p:spPr>
              <a:xfrm>
                <a:off x="4102166" y="480251"/>
                <a:ext cx="1993834" cy="1126479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D290FE0A-EB4C-DAB2-603D-4379DAB56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166" y="480251"/>
                <a:ext cx="1993834" cy="112647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AB6C43C-AAEF-4B2F-A73F-F0143E75C5E9}"/>
                  </a:ext>
                </a:extLst>
              </p:cNvPr>
              <p:cNvSpPr txBox="1"/>
              <p:nvPr/>
            </p:nvSpPr>
            <p:spPr>
              <a:xfrm>
                <a:off x="13641296" y="592763"/>
                <a:ext cx="3123048" cy="90145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𝑒𝑛</m:t>
                          </m:r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𝐴𝑡𝑚</m:t>
                          </m:r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𝑒𝑛</m:t>
                                  </m:r>
                                  <m: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𝑃𝑎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101325</m:t>
                          </m:r>
                        </m:den>
                      </m:f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AB6C43C-AAEF-4B2F-A73F-F0143E75C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1296" y="592763"/>
                <a:ext cx="3123048" cy="90145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 8">
            <a:extLst>
              <a:ext uri="{FF2B5EF4-FFF2-40B4-BE49-F238E27FC236}">
                <a16:creationId xmlns:a16="http://schemas.microsoft.com/office/drawing/2014/main" id="{6CC0B6D9-6A95-1777-05CC-727FDB6659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254" t="24707" r="4724"/>
          <a:stretch>
            <a:fillRect/>
          </a:stretch>
        </p:blipFill>
        <p:spPr>
          <a:xfrm>
            <a:off x="-10787603" y="2132733"/>
            <a:ext cx="4814828" cy="42594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4575B337-5F04-4760-3FD2-E61B6B3F7E16}"/>
                  </a:ext>
                </a:extLst>
              </p:cNvPr>
              <p:cNvSpPr txBox="1"/>
              <p:nvPr/>
            </p:nvSpPr>
            <p:spPr>
              <a:xfrm>
                <a:off x="1904390" y="813460"/>
                <a:ext cx="1866496" cy="476726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FR" sz="2800" dirty="0" smtClean="0">
                          <a:solidFill>
                            <a:schemeClr val="bg1"/>
                          </a:solidFill>
                        </a:rPr>
                        <m:t>0,0936</m:t>
                      </m:r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4575B337-5F04-4760-3FD2-E61B6B3F7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390" y="813460"/>
                <a:ext cx="1866496" cy="476726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 11">
            <a:extLst>
              <a:ext uri="{FF2B5EF4-FFF2-40B4-BE49-F238E27FC236}">
                <a16:creationId xmlns:a16="http://schemas.microsoft.com/office/drawing/2014/main" id="{1FB3E735-DDFB-BB66-7602-AFDF81672E7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8513" t="21462" r="5370"/>
          <a:stretch>
            <a:fillRect/>
          </a:stretch>
        </p:blipFill>
        <p:spPr>
          <a:xfrm>
            <a:off x="-5409235" y="2097498"/>
            <a:ext cx="5243333" cy="42947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990DDB0-6073-3F05-BE6D-65A77E4A2987}"/>
                  </a:ext>
                </a:extLst>
              </p:cNvPr>
              <p:cNvSpPr txBox="1"/>
              <p:nvPr/>
            </p:nvSpPr>
            <p:spPr>
              <a:xfrm>
                <a:off x="6531448" y="480249"/>
                <a:ext cx="2764724" cy="1126479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990DDB0-6073-3F05-BE6D-65A77E4A2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48" y="480249"/>
                <a:ext cx="2764724" cy="1126479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C7C3BA7E-EE6A-685B-DD8E-C23B42F8BC76}"/>
                  </a:ext>
                </a:extLst>
              </p:cNvPr>
              <p:cNvSpPr txBox="1"/>
              <p:nvPr/>
            </p:nvSpPr>
            <p:spPr>
              <a:xfrm>
                <a:off x="2058365" y="2938887"/>
                <a:ext cx="2860288" cy="476726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2∗(80/10)^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C7C3BA7E-EE6A-685B-DD8E-C23B42F8B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365" y="2938887"/>
                <a:ext cx="2860288" cy="476726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16781495-BB13-3E4F-275A-F6AC07A3B95C}"/>
                  </a:ext>
                </a:extLst>
              </p:cNvPr>
              <p:cNvSpPr txBox="1"/>
              <p:nvPr/>
            </p:nvSpPr>
            <p:spPr>
              <a:xfrm>
                <a:off x="5717894" y="2258334"/>
                <a:ext cx="3320333" cy="347589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2(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𝑙𝑎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𝑣𝑖𝑡𝑒𝑠𝑠𝑒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à 10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16781495-BB13-3E4F-275A-F6AC07A3B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894" y="2258334"/>
                <a:ext cx="3320333" cy="347589"/>
              </a:xfrm>
              <a:prstGeom prst="roundRect">
                <a:avLst/>
              </a:prstGeom>
              <a:blipFill>
                <a:blip r:embed="rId10"/>
                <a:stretch>
                  <a:fillRect l="-2202" b="-2456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BB3203C1-7D29-080B-551D-17BDA66F442C}"/>
                  </a:ext>
                </a:extLst>
              </p:cNvPr>
              <p:cNvSpPr txBox="1"/>
              <p:nvPr/>
            </p:nvSpPr>
            <p:spPr>
              <a:xfrm>
                <a:off x="5717894" y="2777309"/>
                <a:ext cx="3320333" cy="340519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2(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𝑐𝑒𝑙𝑙𝑢𝑙𝑒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𝑓𝑎𝑐𝑡𝑒𝑢𝑟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𝑎𝑙𝑝h𝑎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BB3203C1-7D29-080B-551D-17BDA66F4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894" y="2777309"/>
                <a:ext cx="3320333" cy="340519"/>
              </a:xfrm>
              <a:prstGeom prst="roundRect">
                <a:avLst/>
              </a:prstGeom>
              <a:blipFill>
                <a:blip r:embed="rId11"/>
                <a:stretch>
                  <a:fillRect l="-917" r="-1835" b="-272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C0971D12-4711-F7DD-BF0C-1EB65E00B4FE}"/>
                  </a:ext>
                </a:extLst>
              </p:cNvPr>
              <p:cNvSpPr txBox="1"/>
              <p:nvPr/>
            </p:nvSpPr>
            <p:spPr>
              <a:xfrm>
                <a:off x="5717894" y="3337242"/>
                <a:ext cx="3320334" cy="340519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80 (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h𝑎𝑢𝑡𝑒𝑢𝑟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𝑠𝑖𝑟𝑒𝑟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C0971D12-4711-F7DD-BF0C-1EB65E00B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894" y="3337242"/>
                <a:ext cx="3320334" cy="340519"/>
              </a:xfrm>
              <a:prstGeom prst="roundRect">
                <a:avLst/>
              </a:prstGeom>
              <a:blipFill>
                <a:blip r:embed="rId12"/>
                <a:stretch>
                  <a:fillRect l="-2202" b="-267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9CF99018-F5EA-5B4D-8A4F-60A862C242C8}"/>
                  </a:ext>
                </a:extLst>
              </p:cNvPr>
              <p:cNvSpPr txBox="1"/>
              <p:nvPr/>
            </p:nvSpPr>
            <p:spPr>
              <a:xfrm>
                <a:off x="5717894" y="3897175"/>
                <a:ext cx="3320333" cy="340519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 (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h𝑎𝑢𝑡𝑒𝑢𝑟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𝑑𝑖𝑠𝑝𝑜𝑛𝑖𝑏𝑙𝑒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9CF99018-F5EA-5B4D-8A4F-60A862C24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894" y="3897175"/>
                <a:ext cx="3320333" cy="340519"/>
              </a:xfrm>
              <a:prstGeom prst="roundRect">
                <a:avLst/>
              </a:prstGeom>
              <a:blipFill>
                <a:blip r:embed="rId13"/>
                <a:stretch>
                  <a:fillRect l="-2202" b="-267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699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04A7B-B136-E77F-9DE9-925D3163D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E9CDF5A-113C-82CC-93E2-553A60CD68E1}"/>
                  </a:ext>
                </a:extLst>
              </p:cNvPr>
              <p:cNvSpPr txBox="1"/>
              <p:nvPr/>
            </p:nvSpPr>
            <p:spPr>
              <a:xfrm>
                <a:off x="-11156562" y="164314"/>
                <a:ext cx="5924805" cy="1758354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fr-FR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8,43</m:t>
                                      </m:r>
                                    </m:num>
                                    <m:den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7,9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200</m:t>
                                      </m:r>
                                    </m:num>
                                    <m:den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100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FR" sz="2800" dirty="0" smtClean="0">
                          <a:solidFill>
                            <a:schemeClr val="bg1"/>
                          </a:solidFill>
                        </a:rPr>
                        <m:t>0,0936</m:t>
                      </m:r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E9CDF5A-113C-82CC-93E2-553A60CD6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156562" y="164314"/>
                <a:ext cx="5924805" cy="175835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3A63DC34-A9E3-CB05-021C-C922C2F113C0}"/>
                  </a:ext>
                </a:extLst>
              </p:cNvPr>
              <p:cNvSpPr txBox="1"/>
              <p:nvPr/>
            </p:nvSpPr>
            <p:spPr>
              <a:xfrm>
                <a:off x="2706654" y="367739"/>
                <a:ext cx="1993834" cy="1126479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3A63DC34-A9E3-CB05-021C-C922C2F11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654" y="367739"/>
                <a:ext cx="1993834" cy="112647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9196463A-9A1B-59CA-4274-B28054629EEE}"/>
                  </a:ext>
                </a:extLst>
              </p:cNvPr>
              <p:cNvSpPr txBox="1"/>
              <p:nvPr/>
            </p:nvSpPr>
            <p:spPr>
              <a:xfrm>
                <a:off x="7491514" y="367739"/>
                <a:ext cx="3123048" cy="90145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𝑒𝑛</m:t>
                          </m:r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𝐴𝑡𝑚</m:t>
                          </m:r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𝑒𝑛</m:t>
                                  </m:r>
                                  <m: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𝑃𝑎</m:t>
                                  </m:r>
                                </m:e>
                              </m:d>
                            </m:sub>
                          </m:sSub>
                        </m:num>
                        <m:den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101325</m:t>
                          </m:r>
                        </m:den>
                      </m:f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9196463A-9A1B-59CA-4274-B28054629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1514" y="367739"/>
                <a:ext cx="3123048" cy="90145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 8">
            <a:extLst>
              <a:ext uri="{FF2B5EF4-FFF2-40B4-BE49-F238E27FC236}">
                <a16:creationId xmlns:a16="http://schemas.microsoft.com/office/drawing/2014/main" id="{1C5BB482-38B8-0CA9-99D9-23CB20EBBD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254" t="24707" r="4724"/>
          <a:stretch>
            <a:fillRect/>
          </a:stretch>
        </p:blipFill>
        <p:spPr>
          <a:xfrm>
            <a:off x="-10787603" y="2132733"/>
            <a:ext cx="4814828" cy="42594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AFC6E75F-C696-5BB0-E25A-2CC93C064C18}"/>
                  </a:ext>
                </a:extLst>
              </p:cNvPr>
              <p:cNvSpPr txBox="1"/>
              <p:nvPr/>
            </p:nvSpPr>
            <p:spPr>
              <a:xfrm>
                <a:off x="508878" y="700948"/>
                <a:ext cx="1866496" cy="476726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FR" sz="2800" dirty="0" smtClean="0">
                          <a:solidFill>
                            <a:schemeClr val="bg1"/>
                          </a:solidFill>
                        </a:rPr>
                        <m:t>0,0936</m:t>
                      </m:r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AFC6E75F-C696-5BB0-E25A-2CC93C064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78" y="700948"/>
                <a:ext cx="1866496" cy="476726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 11">
            <a:extLst>
              <a:ext uri="{FF2B5EF4-FFF2-40B4-BE49-F238E27FC236}">
                <a16:creationId xmlns:a16="http://schemas.microsoft.com/office/drawing/2014/main" id="{7FA102A0-FBBB-55C1-AC99-4535F7ABA13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8513" t="21462" r="5370"/>
          <a:stretch>
            <a:fillRect/>
          </a:stretch>
        </p:blipFill>
        <p:spPr>
          <a:xfrm>
            <a:off x="-5409235" y="2097498"/>
            <a:ext cx="5243333" cy="42947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026E2C31-F6BF-55A8-BB1C-3E43F853628A}"/>
                  </a:ext>
                </a:extLst>
              </p:cNvPr>
              <p:cNvSpPr txBox="1"/>
              <p:nvPr/>
            </p:nvSpPr>
            <p:spPr>
              <a:xfrm>
                <a:off x="2673096" y="1681399"/>
                <a:ext cx="2764724" cy="1126479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fr-FR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fr-FR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fr-F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026E2C31-F6BF-55A8-BB1C-3E43F8536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096" y="1681399"/>
                <a:ext cx="2764724" cy="1126479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5C9F6F9-7C46-4FD7-363D-F66C4637EBBA}"/>
                  </a:ext>
                </a:extLst>
              </p:cNvPr>
              <p:cNvSpPr txBox="1"/>
              <p:nvPr/>
            </p:nvSpPr>
            <p:spPr>
              <a:xfrm>
                <a:off x="508877" y="3249341"/>
                <a:ext cx="4560833" cy="476726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6: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8765∗(80/10)^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5C9F6F9-7C46-4FD7-363D-F66C4637E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77" y="3249341"/>
                <a:ext cx="4560833" cy="476726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9B132D7C-C246-0EEE-5D9A-F4DDCC6FD7E1}"/>
                  </a:ext>
                </a:extLst>
              </p:cNvPr>
              <p:cNvSpPr txBox="1"/>
              <p:nvPr/>
            </p:nvSpPr>
            <p:spPr>
              <a:xfrm>
                <a:off x="397638" y="4347951"/>
                <a:ext cx="4862048" cy="340519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6: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8765 (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𝑙𝑎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𝐶𝑜𝑙𝑜𝑛𝑛𝑒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𝑣𝑖𝑡𝑒𝑠𝑠𝑒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à 10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9B132D7C-C246-0EEE-5D9A-F4DDCC6FD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8" y="4347951"/>
                <a:ext cx="4862048" cy="340519"/>
              </a:xfrm>
              <a:prstGeom prst="roundRect">
                <a:avLst/>
              </a:prstGeom>
              <a:blipFill>
                <a:blip r:embed="rId10"/>
                <a:stretch>
                  <a:fillRect l="-1504" b="-267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92E8B2E4-804D-C5C5-968D-EE8794B7EAD6}"/>
                  </a:ext>
                </a:extLst>
              </p:cNvPr>
              <p:cNvSpPr txBox="1"/>
              <p:nvPr/>
            </p:nvSpPr>
            <p:spPr>
              <a:xfrm>
                <a:off x="397638" y="4866926"/>
                <a:ext cx="3320333" cy="340519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2(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𝑐𝑒𝑙𝑙𝑢𝑙𝑒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𝑓𝑎𝑐𝑡𝑒𝑢𝑟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𝑎𝑙𝑝h𝑎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92E8B2E4-804D-C5C5-968D-EE8794B7E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8" y="4866926"/>
                <a:ext cx="3320333" cy="340519"/>
              </a:xfrm>
              <a:prstGeom prst="roundRect">
                <a:avLst/>
              </a:prstGeom>
              <a:blipFill>
                <a:blip r:embed="rId11"/>
                <a:stretch>
                  <a:fillRect l="-917" r="-1835" b="-267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01937206-C7DE-41B1-1713-40FA87C185D1}"/>
                  </a:ext>
                </a:extLst>
              </p:cNvPr>
              <p:cNvSpPr txBox="1"/>
              <p:nvPr/>
            </p:nvSpPr>
            <p:spPr>
              <a:xfrm>
                <a:off x="397638" y="5426859"/>
                <a:ext cx="3320334" cy="340519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80 (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h𝑎𝑢𝑡𝑒𝑢𝑟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𝑠𝑖𝑟𝑒𝑟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01937206-C7DE-41B1-1713-40FA87C18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8" y="5426859"/>
                <a:ext cx="3320334" cy="340519"/>
              </a:xfrm>
              <a:prstGeom prst="roundRect">
                <a:avLst/>
              </a:prstGeom>
              <a:blipFill>
                <a:blip r:embed="rId12"/>
                <a:stretch>
                  <a:fillRect l="-2202" b="-267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1DCDAF00-9EEF-839B-12E6-EDC1DE9CC3D6}"/>
                  </a:ext>
                </a:extLst>
              </p:cNvPr>
              <p:cNvSpPr txBox="1"/>
              <p:nvPr/>
            </p:nvSpPr>
            <p:spPr>
              <a:xfrm>
                <a:off x="397638" y="5986792"/>
                <a:ext cx="3320333" cy="340519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 (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h𝑎𝑢𝑡𝑒𝑢𝑟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𝑑𝑖𝑠𝑝𝑜𝑛𝑖𝑏𝑙𝑒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1DCDAF00-9EEF-839B-12E6-EDC1DE9CC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8" y="5986792"/>
                <a:ext cx="3320333" cy="340519"/>
              </a:xfrm>
              <a:prstGeom prst="roundRect">
                <a:avLst/>
              </a:prstGeom>
              <a:blipFill>
                <a:blip r:embed="rId13"/>
                <a:stretch>
                  <a:fillRect l="-2202" b="-267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3A1B56C2-7D83-06C0-02A8-90712C3FF85C}"/>
                  </a:ext>
                </a:extLst>
              </p:cNvPr>
              <p:cNvSpPr txBox="1"/>
              <p:nvPr/>
            </p:nvSpPr>
            <p:spPr>
              <a:xfrm>
                <a:off x="6504972" y="3249341"/>
                <a:ext cx="4319286" cy="476726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6: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fr-F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8765/101325</m:t>
                      </m:r>
                    </m:oMath>
                  </m:oMathPara>
                </a14:m>
                <a:endParaRPr lang="fr-F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3A1B56C2-7D83-06C0-02A8-90712C3FF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4972" y="3249341"/>
                <a:ext cx="4319286" cy="476726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C84F4DC6-8ACC-6974-2324-69F55E060271}"/>
                  </a:ext>
                </a:extLst>
              </p:cNvPr>
              <p:cNvSpPr txBox="1"/>
              <p:nvPr/>
            </p:nvSpPr>
            <p:spPr>
              <a:xfrm>
                <a:off x="6504972" y="4177691"/>
                <a:ext cx="4037800" cy="340519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6: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8765 (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𝑙𝑎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𝑝𝑟𝑒𝑠𝑠𝑖𝑜𝑛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à 10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fr-F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C84F4DC6-8ACC-6974-2324-69F55E060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4972" y="4177691"/>
                <a:ext cx="4037800" cy="340519"/>
              </a:xfrm>
              <a:prstGeom prst="roundRect">
                <a:avLst/>
              </a:prstGeom>
              <a:blipFill>
                <a:blip r:embed="rId15"/>
                <a:stretch>
                  <a:fillRect l="-1813" b="-267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740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C8AB9-2311-8AAB-ADFD-CFD06D0E6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1D5752BB-B5DD-758E-1A78-6ACBF231DD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821803" y="643525"/>
            <a:ext cx="4953965" cy="55709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97EB1CAC-096B-D1E8-2721-33E3A456F2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6416234" y="643524"/>
            <a:ext cx="4953963" cy="5570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FFEBF340-E7BE-CF8F-9845-EC5126CD0268}"/>
              </a:ext>
            </a:extLst>
          </p:cNvPr>
          <p:cNvSpPr txBox="1"/>
          <p:nvPr/>
        </p:nvSpPr>
        <p:spPr>
          <a:xfrm>
            <a:off x="821803" y="97255"/>
            <a:ext cx="45604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Notre fichier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03CD70F-6A57-5858-8B48-E95F7224F20E}"/>
              </a:ext>
            </a:extLst>
          </p:cNvPr>
          <p:cNvSpPr txBox="1"/>
          <p:nvPr/>
        </p:nvSpPr>
        <p:spPr>
          <a:xfrm>
            <a:off x="6416234" y="119347"/>
            <a:ext cx="45604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Fichier référence  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6A570C58-439C-133C-682D-7F278F272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96532"/>
            <a:ext cx="12192000" cy="368492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7" name="Zoom de diapositive 26">
                <a:extLst>
                  <a:ext uri="{FF2B5EF4-FFF2-40B4-BE49-F238E27FC236}">
                    <a16:creationId xmlns:a16="http://schemas.microsoft.com/office/drawing/2014/main" id="{EF552A81-F1C6-14E3-932A-DF2FFFE8D26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86020672"/>
                  </p:ext>
                </p:extLst>
              </p:nvPr>
            </p:nvGraphicFramePr>
            <p:xfrm>
              <a:off x="8696446" y="6549449"/>
              <a:ext cx="466946" cy="262657"/>
            </p:xfrm>
            <a:graphic>
              <a:graphicData uri="http://schemas.microsoft.com/office/powerpoint/2016/slidezoom">
                <pslz:sldZm>
                  <pslz:sldZmObj sldId="280" cId="1870302194">
                    <pslz:zmPr id="{DB254F39-8C6D-40FF-B947-86402223F35D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66946" cy="262657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alpha val="0"/>
                          </a:schemeClr>
                        </a:solidFill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7" name="Zoom de diapositive 26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F552A81-F1C6-14E3-932A-DF2FFFE8D2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96446" y="6549449"/>
                <a:ext cx="466946" cy="262657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1739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52159C9-057D-26FD-1FCE-E405BDA83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49514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085F5FD-76AF-1376-758B-F65DA2985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6532"/>
            <a:ext cx="12192000" cy="36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02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5414211-70E9-1074-C306-570F35FC2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30" y="0"/>
            <a:ext cx="7430808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F4735B70-C5AD-1AAD-A6C8-7CC7CAF398E7}"/>
                  </a:ext>
                </a:extLst>
              </p:cNvPr>
              <p:cNvSpPr txBox="1"/>
              <p:nvPr/>
            </p:nvSpPr>
            <p:spPr>
              <a:xfrm>
                <a:off x="8047583" y="1593176"/>
                <a:ext cx="3480802" cy="340519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2000" b="1" smtClean="0">
                          <a:solidFill>
                            <a:schemeClr val="bg1"/>
                          </a:solidFill>
                        </a:rPr>
                        <m:t>Biblioth</m:t>
                      </m:r>
                      <m:r>
                        <m:rPr>
                          <m:nor/>
                        </m:rPr>
                        <a:rPr lang="fr-FR" sz="2000" smtClean="0">
                          <a:solidFill>
                            <a:schemeClr val="bg1"/>
                          </a:solidFill>
                        </a:rPr>
                        <m:t>è</m:t>
                      </m:r>
                      <m:r>
                        <m:rPr>
                          <m:nor/>
                        </m:rPr>
                        <a:rPr lang="fr-FR" sz="2000" b="1" smtClean="0">
                          <a:solidFill>
                            <a:schemeClr val="bg1"/>
                          </a:solidFill>
                        </a:rPr>
                        <m:t>que</m:t>
                      </m:r>
                      <m:r>
                        <m:rPr>
                          <m:nor/>
                        </m:rPr>
                        <a:rPr lang="fr-FR" sz="2000" b="1" i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fr-FR" sz="2000" b="1" i="0" smtClean="0">
                          <a:solidFill>
                            <a:schemeClr val="bg1"/>
                          </a:solidFill>
                        </a:rPr>
                        <m:t>Locale</m:t>
                      </m:r>
                    </m:oMath>
                  </m:oMathPara>
                </a14:m>
                <a:endParaRPr lang="fr-F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F4735B70-C5AD-1AAD-A6C8-7CC7CAF39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583" y="1593176"/>
                <a:ext cx="3480802" cy="340519"/>
              </a:xfrm>
              <a:prstGeom prst="roundRect">
                <a:avLst/>
              </a:prstGeom>
              <a:blipFill>
                <a:blip r:embed="rId3"/>
                <a:stretch>
                  <a:fillRect l="-2102" b="-1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4A377CFE-BB49-A6DC-CA45-CCCFBA7B744F}"/>
                  </a:ext>
                </a:extLst>
              </p:cNvPr>
              <p:cNvSpPr txBox="1"/>
              <p:nvPr/>
            </p:nvSpPr>
            <p:spPr>
              <a:xfrm>
                <a:off x="8047583" y="4924305"/>
                <a:ext cx="3480802" cy="340519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2000" b="1" smtClean="0">
                          <a:solidFill>
                            <a:schemeClr val="bg1"/>
                          </a:solidFill>
                        </a:rPr>
                        <m:t>Biblioth</m:t>
                      </m:r>
                      <m:r>
                        <m:rPr>
                          <m:nor/>
                        </m:rPr>
                        <a:rPr lang="fr-FR" sz="2000" smtClean="0">
                          <a:solidFill>
                            <a:schemeClr val="bg1"/>
                          </a:solidFill>
                        </a:rPr>
                        <m:t>è</m:t>
                      </m:r>
                      <m:r>
                        <m:rPr>
                          <m:nor/>
                        </m:rPr>
                        <a:rPr lang="fr-FR" sz="2000" b="1" smtClean="0">
                          <a:solidFill>
                            <a:schemeClr val="bg1"/>
                          </a:solidFill>
                        </a:rPr>
                        <m:t>que</m:t>
                      </m:r>
                      <m:r>
                        <m:rPr>
                          <m:nor/>
                        </m:rPr>
                        <a:rPr lang="fr-FR" sz="2000" b="1" i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fr-FR" sz="2000" b="1" i="0" smtClean="0">
                          <a:solidFill>
                            <a:schemeClr val="bg1"/>
                          </a:solidFill>
                        </a:rPr>
                        <m:t>en</m:t>
                      </m:r>
                      <m:r>
                        <m:rPr>
                          <m:nor/>
                        </m:rPr>
                        <a:rPr lang="fr-FR" sz="2000" b="1" i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fr-FR" sz="2000" b="1" i="0" smtClean="0">
                          <a:solidFill>
                            <a:schemeClr val="bg1"/>
                          </a:solidFill>
                        </a:rPr>
                        <m:t>ligne</m:t>
                      </m:r>
                      <m:r>
                        <m:rPr>
                          <m:nor/>
                        </m:rPr>
                        <a:rPr lang="fr-FR" sz="2000" b="1" i="0" smtClean="0">
                          <a:solidFill>
                            <a:schemeClr val="bg1"/>
                          </a:solidFill>
                        </a:rPr>
                        <m:t> </m:t>
                      </m:r>
                    </m:oMath>
                  </m:oMathPara>
                </a14:m>
                <a:endParaRPr lang="fr-F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4A377CFE-BB49-A6DC-CA45-CCCFBA7B7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583" y="4924305"/>
                <a:ext cx="3480802" cy="340519"/>
              </a:xfrm>
              <a:prstGeom prst="roundRect">
                <a:avLst/>
              </a:prstGeom>
              <a:blipFill>
                <a:blip r:embed="rId4"/>
                <a:stretch>
                  <a:fillRect l="-2102" b="-196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BA27BA16-FC87-EEC0-6A06-E03AAB479F1A}"/>
                  </a:ext>
                </a:extLst>
              </p:cNvPr>
              <p:cNvSpPr txBox="1"/>
              <p:nvPr/>
            </p:nvSpPr>
            <p:spPr>
              <a:xfrm>
                <a:off x="8047583" y="6199450"/>
                <a:ext cx="3480802" cy="340519"/>
              </a:xfrm>
              <a:prstGeom prst="roundRect">
                <a:avLst/>
              </a:prstGeom>
              <a:solidFill>
                <a:schemeClr val="tx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2000" b="1" i="1" smtClean="0">
                          <a:solidFill>
                            <a:schemeClr val="bg1"/>
                          </a:solidFill>
                        </a:rPr>
                        <m:t>Ficher</m:t>
                      </m:r>
                      <m:r>
                        <m:rPr>
                          <m:nor/>
                        </m:rPr>
                        <a:rPr lang="fr-FR" sz="2000" b="1" i="1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fr-FR" sz="2000" b="1" i="1" smtClean="0">
                          <a:solidFill>
                            <a:schemeClr val="bg1"/>
                          </a:solidFill>
                        </a:rPr>
                        <m:t>local</m:t>
                      </m:r>
                    </m:oMath>
                  </m:oMathPara>
                </a14:m>
                <a:endParaRPr lang="fr-FR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BA27BA16-FC87-EEC0-6A06-E03AAB479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583" y="6199450"/>
                <a:ext cx="3480802" cy="340519"/>
              </a:xfrm>
              <a:prstGeom prst="roundRect">
                <a:avLst/>
              </a:prstGeom>
              <a:blipFill>
                <a:blip r:embed="rId5"/>
                <a:stretch>
                  <a:fillRect l="-2102" b="-17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3127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EC8B2-2CCE-1BBB-9843-A8A5DCDA1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C90FA9C-77E5-85CD-896B-198270386613}"/>
                  </a:ext>
                </a:extLst>
              </p:cNvPr>
              <p:cNvSpPr txBox="1"/>
              <p:nvPr/>
            </p:nvSpPr>
            <p:spPr>
              <a:xfrm>
                <a:off x="320168" y="1199637"/>
                <a:ext cx="3480802" cy="340519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2000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Turbine</m:t>
                      </m:r>
                      <m:r>
                        <m:rPr>
                          <m:nor/>
                        </m:rPr>
                        <a:rPr lang="fr-FR" sz="2000" b="0" i="0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fr-FR" sz="2000" b="0" i="0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000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pr</m:t>
                      </m:r>
                      <m:r>
                        <m:rPr>
                          <m:nor/>
                        </m:rPr>
                        <a:rPr lang="fr-FR" sz="2000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é</m:t>
                      </m:r>
                      <m:r>
                        <m:rPr>
                          <m:nor/>
                        </m:rPr>
                        <a:rPr lang="fr-FR" sz="2000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fr-FR" sz="2000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é</m:t>
                      </m:r>
                      <m:r>
                        <m:rPr>
                          <m:nor/>
                        </m:rPr>
                        <a:rPr lang="fr-FR" sz="2000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finies</m:t>
                      </m:r>
                      <m:r>
                        <m:rPr>
                          <m:nor/>
                        </m:rPr>
                        <a:rPr lang="fr-FR" sz="2000" b="1" i="1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 </m:t>
                      </m:r>
                    </m:oMath>
                  </m:oMathPara>
                </a14:m>
                <a:endParaRPr lang="fr-FR" sz="2000" dirty="0">
                  <a:solidFill>
                    <a:schemeClr val="tx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C90FA9C-77E5-85CD-896B-198270386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68" y="1199637"/>
                <a:ext cx="3480802" cy="340519"/>
              </a:xfrm>
              <a:prstGeom prst="roundRect">
                <a:avLst/>
              </a:prstGeom>
              <a:blipFill>
                <a:blip r:embed="rId2"/>
                <a:stretch>
                  <a:fillRect l="-2443" t="-3448" b="-3103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 2">
            <a:extLst>
              <a:ext uri="{FF2B5EF4-FFF2-40B4-BE49-F238E27FC236}">
                <a16:creationId xmlns:a16="http://schemas.microsoft.com/office/drawing/2014/main" id="{3FC3F5E8-C1BA-A283-736D-99715803D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68" y="1711395"/>
            <a:ext cx="5584984" cy="39469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843F327-37C1-51A8-09E4-6E76CEB8F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997" y="1711395"/>
            <a:ext cx="5634540" cy="39469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7D3BD212-CD33-8495-CE5F-8E41866FEE57}"/>
                  </a:ext>
                </a:extLst>
              </p:cNvPr>
              <p:cNvSpPr txBox="1"/>
              <p:nvPr/>
            </p:nvSpPr>
            <p:spPr>
              <a:xfrm>
                <a:off x="6096000" y="1199637"/>
                <a:ext cx="3480802" cy="340519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2000" b="1" i="1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fr-FR" sz="2000" b="1" i="1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é</m:t>
                      </m:r>
                      <m:r>
                        <m:rPr>
                          <m:nor/>
                        </m:rPr>
                        <a:rPr lang="fr-FR" sz="2000" b="1" i="1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finir</m:t>
                      </m:r>
                      <m:r>
                        <m:rPr>
                          <m:nor/>
                        </m:rPr>
                        <a:rPr lang="fr-FR" sz="2000" b="1" i="1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000" b="1" i="1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notre</m:t>
                      </m:r>
                      <m:r>
                        <m:rPr>
                          <m:nor/>
                        </m:rPr>
                        <a:rPr lang="fr-FR" sz="2000" b="1" i="1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000" b="1" i="1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turbine</m:t>
                      </m:r>
                      <m:r>
                        <m:rPr>
                          <m:nor/>
                        </m:rPr>
                        <a:rPr lang="fr-FR" sz="2000" b="1" i="1" smtClean="0">
                          <a:solidFill>
                            <a:schemeClr val="tx1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 </m:t>
                      </m:r>
                    </m:oMath>
                  </m:oMathPara>
                </a14:m>
                <a:endParaRPr lang="fr-FR" sz="2000" dirty="0">
                  <a:solidFill>
                    <a:schemeClr val="tx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7D3BD212-CD33-8495-CE5F-8E41866FE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199637"/>
                <a:ext cx="3480802" cy="340519"/>
              </a:xfrm>
              <a:prstGeom prst="roundRect">
                <a:avLst/>
              </a:prstGeom>
              <a:blipFill>
                <a:blip r:embed="rId5"/>
                <a:stretch>
                  <a:fillRect l="-2443" b="-862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6669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565BC79-7400-5D37-4928-21A20CF79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4" y="69450"/>
            <a:ext cx="74096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765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EFF48-4D89-63B1-2E47-8B34AE280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83B02C2-2E60-12F1-E8B0-556B2F6D5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1661"/>
            <a:ext cx="12192000" cy="368492"/>
          </a:xfrm>
          <a:prstGeom prst="rect">
            <a:avLst/>
          </a:prstGeom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7BDB3CA3-21FC-795F-87D0-3F3F05599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370060"/>
              </p:ext>
            </p:extLst>
          </p:nvPr>
        </p:nvGraphicFramePr>
        <p:xfrm>
          <a:off x="991564" y="628170"/>
          <a:ext cx="10208871" cy="5601660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3402957">
                  <a:extLst>
                    <a:ext uri="{9D8B030D-6E8A-4147-A177-3AD203B41FA5}">
                      <a16:colId xmlns:a16="http://schemas.microsoft.com/office/drawing/2014/main" val="2100202570"/>
                    </a:ext>
                  </a:extLst>
                </a:gridCol>
                <a:gridCol w="3402957">
                  <a:extLst>
                    <a:ext uri="{9D8B030D-6E8A-4147-A177-3AD203B41FA5}">
                      <a16:colId xmlns:a16="http://schemas.microsoft.com/office/drawing/2014/main" val="4011216955"/>
                    </a:ext>
                  </a:extLst>
                </a:gridCol>
                <a:gridCol w="3402957">
                  <a:extLst>
                    <a:ext uri="{9D8B030D-6E8A-4147-A177-3AD203B41FA5}">
                      <a16:colId xmlns:a16="http://schemas.microsoft.com/office/drawing/2014/main" val="3756565867"/>
                    </a:ext>
                  </a:extLst>
                </a:gridCol>
              </a:tblGrid>
              <a:tr h="33909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600" b="1">
                          <a:solidFill>
                            <a:srgbClr val="1B1C1D"/>
                          </a:solidFill>
                          <a:effectLst/>
                        </a:rPr>
                        <a:t>Model Type</a:t>
                      </a:r>
                      <a:endParaRPr lang="fr-FR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600" b="1">
                          <a:solidFill>
                            <a:srgbClr val="1B1C1D"/>
                          </a:solidFill>
                          <a:effectLst/>
                        </a:rPr>
                        <a:t>Key Concept</a:t>
                      </a:r>
                      <a:endParaRPr lang="fr-FR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600" b="1">
                          <a:solidFill>
                            <a:srgbClr val="1B1C1D"/>
                          </a:solidFill>
                          <a:effectLst/>
                        </a:rPr>
                        <a:t>Application/Complexity</a:t>
                      </a:r>
                      <a:endParaRPr lang="fr-FR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extLst>
                  <a:ext uri="{0D108BD9-81ED-4DB2-BD59-A6C34878D82A}">
                    <a16:rowId xmlns:a16="http://schemas.microsoft.com/office/drawing/2014/main" val="1049114178"/>
                  </a:ext>
                </a:extLst>
              </a:tr>
              <a:tr h="10433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600" b="1" dirty="0">
                          <a:solidFill>
                            <a:srgbClr val="1B1C1D"/>
                          </a:solidFill>
                          <a:effectLst/>
                        </a:rPr>
                        <a:t>Jensen/PARK Model</a:t>
                      </a:r>
                      <a:endParaRPr lang="fr-FR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Simple "Top-Hat" model based on momentum conservation. Assumes a uniform (top-hat) velocity deficit across the wake.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The simplest and most widely used </a:t>
                      </a:r>
                      <a:r>
                        <a:rPr lang="en-US" sz="1600" b="1">
                          <a:solidFill>
                            <a:srgbClr val="1B1C1D"/>
                          </a:solidFill>
                          <a:effectLst/>
                        </a:rPr>
                        <a:t>analytical model</a:t>
                      </a: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 for quick, preliminary calculations.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extLst>
                  <a:ext uri="{0D108BD9-81ED-4DB2-BD59-A6C34878D82A}">
                    <a16:rowId xmlns:a16="http://schemas.microsoft.com/office/drawing/2014/main" val="2064732169"/>
                  </a:ext>
                </a:extLst>
              </a:tr>
              <a:tr h="8085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600" b="1" dirty="0" err="1">
                          <a:solidFill>
                            <a:srgbClr val="1B1C1D"/>
                          </a:solidFill>
                          <a:effectLst/>
                        </a:rPr>
                        <a:t>Ainslie</a:t>
                      </a:r>
                      <a:r>
                        <a:rPr lang="fr-FR" sz="1600" b="1" dirty="0">
                          <a:solidFill>
                            <a:srgbClr val="1B1C1D"/>
                          </a:solidFill>
                          <a:effectLst/>
                        </a:rPr>
                        <a:t>/Eddy-</a:t>
                      </a:r>
                      <a:r>
                        <a:rPr lang="fr-FR" sz="1600" b="1" dirty="0" err="1">
                          <a:solidFill>
                            <a:srgbClr val="1B1C1D"/>
                          </a:solidFill>
                          <a:effectLst/>
                        </a:rPr>
                        <a:t>Viscosity</a:t>
                      </a:r>
                      <a:r>
                        <a:rPr lang="fr-FR" sz="1600" b="1" dirty="0">
                          <a:solidFill>
                            <a:srgbClr val="1B1C1D"/>
                          </a:solidFill>
                          <a:effectLst/>
                        </a:rPr>
                        <a:t> Model (EVM)</a:t>
                      </a:r>
                      <a:endParaRPr lang="fr-FR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Uses the concept of eddy viscosity (turbulent mixing) to model the wake recovery.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More physically realistic than the Park model, often used in commercial software.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extLst>
                  <a:ext uri="{0D108BD9-81ED-4DB2-BD59-A6C34878D82A}">
                    <a16:rowId xmlns:a16="http://schemas.microsoft.com/office/drawing/2014/main" val="1979694636"/>
                  </a:ext>
                </a:extLst>
              </a:tr>
              <a:tr h="10433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600" b="1" dirty="0" err="1">
                          <a:solidFill>
                            <a:srgbClr val="1B1C1D"/>
                          </a:solidFill>
                          <a:effectLst/>
                        </a:rPr>
                        <a:t>Gaussian</a:t>
                      </a:r>
                      <a:r>
                        <a:rPr lang="fr-FR" sz="1600" b="1" dirty="0">
                          <a:solidFill>
                            <a:srgbClr val="1B1C1D"/>
                          </a:solidFill>
                          <a:effectLst/>
                        </a:rPr>
                        <a:t> Wake </a:t>
                      </a:r>
                      <a:r>
                        <a:rPr lang="fr-FR" sz="1600" b="1" dirty="0" err="1">
                          <a:solidFill>
                            <a:srgbClr val="1B1C1D"/>
                          </a:solidFill>
                          <a:effectLst/>
                        </a:rPr>
                        <a:t>Models</a:t>
                      </a:r>
                      <a:endParaRPr lang="fr-FR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Models the velocity deficit as a </a:t>
                      </a:r>
                      <a:r>
                        <a:rPr lang="en-US" sz="1600" b="1">
                          <a:solidFill>
                            <a:srgbClr val="1B1C1D"/>
                          </a:solidFill>
                          <a:effectLst/>
                        </a:rPr>
                        <a:t>Gaussian (bell-shaped)</a:t>
                      </a: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 distribution across the wake, which is more accurate for the far wake.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Provides a better representation of the wake shape than the Top-Hat model.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extLst>
                  <a:ext uri="{0D108BD9-81ED-4DB2-BD59-A6C34878D82A}">
                    <a16:rowId xmlns:a16="http://schemas.microsoft.com/office/drawing/2014/main" val="2978026595"/>
                  </a:ext>
                </a:extLst>
              </a:tr>
              <a:tr h="127810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600" b="1" dirty="0">
                          <a:solidFill>
                            <a:srgbClr val="1B1C1D"/>
                          </a:solidFill>
                          <a:effectLst/>
                        </a:rPr>
                        <a:t>Dynamic Wake </a:t>
                      </a:r>
                      <a:r>
                        <a:rPr lang="fr-FR" sz="1600" b="1" dirty="0" err="1">
                          <a:solidFill>
                            <a:srgbClr val="1B1C1D"/>
                          </a:solidFill>
                          <a:effectLst/>
                        </a:rPr>
                        <a:t>Meandering</a:t>
                      </a:r>
                      <a:r>
                        <a:rPr lang="fr-FR" sz="1600" b="1" dirty="0">
                          <a:solidFill>
                            <a:srgbClr val="1B1C1D"/>
                          </a:solidFill>
                          <a:effectLst/>
                        </a:rPr>
                        <a:t> (DWM)</a:t>
                      </a:r>
                      <a:endParaRPr lang="fr-FR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A more complex model that accounts for the large-scale, unsteady movement and meandering of the wake due to atmospheric turbulence.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Used for advanced load and fatigue analysis.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extLst>
                  <a:ext uri="{0D108BD9-81ED-4DB2-BD59-A6C34878D82A}">
                    <a16:rowId xmlns:a16="http://schemas.microsoft.com/office/drawing/2014/main" val="3825135157"/>
                  </a:ext>
                </a:extLst>
              </a:tr>
              <a:tr h="10433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600" b="1" dirty="0">
                          <a:solidFill>
                            <a:srgbClr val="1B1C1D"/>
                          </a:solidFill>
                          <a:effectLst/>
                        </a:rPr>
                        <a:t>CFD </a:t>
                      </a:r>
                      <a:r>
                        <a:rPr lang="fr-FR" sz="1600" b="1" dirty="0" err="1">
                          <a:solidFill>
                            <a:srgbClr val="1B1C1D"/>
                          </a:solidFill>
                          <a:effectLst/>
                        </a:rPr>
                        <a:t>Models</a:t>
                      </a:r>
                      <a:r>
                        <a:rPr lang="fr-FR" sz="1600" b="1" dirty="0">
                          <a:solidFill>
                            <a:srgbClr val="1B1C1D"/>
                          </a:solidFill>
                          <a:effectLst/>
                        </a:rPr>
                        <a:t> (RANS/LES)</a:t>
                      </a:r>
                      <a:endParaRPr lang="fr-FR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600">
                          <a:solidFill>
                            <a:srgbClr val="1B1C1D"/>
                          </a:solidFill>
                          <a:effectLst/>
                        </a:rPr>
                        <a:t>Computational Fluid Dynamics models (like Reynolds-Averaged Navier-Stokes).</a:t>
                      </a:r>
                      <a:endParaRPr lang="fr-FR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Most complex and computationally intensive, but provides the highest fidelity and most detailed flow field simulations.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40858" marB="40858" anchor="ctr"/>
                </a:tc>
                <a:extLst>
                  <a:ext uri="{0D108BD9-81ED-4DB2-BD59-A6C34878D82A}">
                    <a16:rowId xmlns:a16="http://schemas.microsoft.com/office/drawing/2014/main" val="3901597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547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C461522-061A-52D0-55AA-81E6D1435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1447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480</Words>
  <Application>Microsoft Office PowerPoint</Application>
  <PresentationFormat>Grand écran</PresentationFormat>
  <Paragraphs>75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7" baseType="lpstr">
      <vt:lpstr>ADLaM Display</vt:lpstr>
      <vt:lpstr>Aptos</vt:lpstr>
      <vt:lpstr>Aptos Display</vt:lpstr>
      <vt:lpstr>Arial</vt:lpstr>
      <vt:lpstr>Cambria Math</vt:lpstr>
      <vt:lpstr>Google Sans Text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Abderrahim Nouary</dc:creator>
  <cp:lastModifiedBy>Abderrahim Nouary</cp:lastModifiedBy>
  <cp:revision>2</cp:revision>
  <dcterms:created xsi:type="dcterms:W3CDTF">2025-11-20T09:23:29Z</dcterms:created>
  <dcterms:modified xsi:type="dcterms:W3CDTF">2025-11-21T09:27:03Z</dcterms:modified>
</cp:coreProperties>
</file>